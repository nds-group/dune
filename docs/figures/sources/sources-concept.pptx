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57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2F1"/>
    <a:srgbClr val="97D8C4"/>
    <a:srgbClr val="4059AD"/>
    <a:srgbClr val="F4B942"/>
    <a:srgbClr val="6B9AC4"/>
    <a:srgbClr val="F0F0F0"/>
    <a:srgbClr val="E56B6F"/>
    <a:srgbClr val="B57576"/>
    <a:srgbClr val="6D59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4"/>
  </p:normalViewPr>
  <p:slideViewPr>
    <p:cSldViewPr snapToGrid="0">
      <p:cViewPr varScale="1">
        <p:scale>
          <a:sx n="98" d="100"/>
          <a:sy n="98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03E77-5AAA-FCA8-99EB-1D8D8216F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C67D5-D1AD-B529-4576-7B391B43D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FDECB-6476-A5E3-DA9D-7A7FEA473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50BDD-F936-85F1-430A-C7DE65D3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D40B-487E-B262-D821-10961D6A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9961-0934-92CE-820D-1FEE5961E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6803A-73FD-0270-3123-938A1FDB4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EA0ED-74A8-4D05-F7EF-9591413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63B44-5368-0F36-427E-59E6BAD8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1CE70-840A-367D-3EB4-8DCE797D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5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36580-0C52-7996-897B-69FC8AA92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859AA-7563-DA2E-79FA-1B5C890BF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63E99-AC67-5C4D-B5A7-19A49BB69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12C05-7537-7686-49BF-15BE57F6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F3F03-5268-72F9-8D48-EBEF60EAE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6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8D05-E086-0041-AE2F-3AC4A073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39F94-BC27-7B1F-59EB-1AF116CBF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6C95B-95E1-5856-DAB6-B6E637ACD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7EB72-1CCC-8EF5-43D9-714D2C9A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52EBB-57D7-95F8-2294-FBAD211BA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5F7CA-B35A-E5A8-DC14-55FFFE31D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20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D6EE-D20B-3DDB-8FA6-CA1111588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2B511-A102-CFDB-C3B0-E1502A8CF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00315-3A19-BDCF-018A-0455E0257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92FFA-554A-E8F0-3106-381B62D43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DFA0D-3D3A-0EC8-F2AE-B8C32D335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B002B4-E981-0145-839D-E8A48F9E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DE68A-EA45-62D9-B10E-BB383322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FFF2D9-D40C-032E-4CED-BBE598C9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48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9322-058C-3A3B-C2F7-F7B9A094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62474-9882-D652-0479-39881275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94FAD-B77D-A597-8E00-9022AEAB7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81D4B-6E1B-B8A6-16F6-A8F75521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50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48B8FA-AD54-BBD8-2764-6AB01CE3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04CADC-FAFC-581E-27DD-7CD5B8187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9FA51-8ADE-CA12-439F-2E9A54BA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26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B93A-381A-D689-FC96-A3AC37291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4BFA8-519A-F252-6370-AAC038B7E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3B52A-BFBA-FE60-0B0D-E5E2F883B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E73C2-5FEF-7302-0567-5DDFA0BB1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21850-0E68-BF9E-E66C-87F95303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D0564-950B-A26D-7FB3-6458DC25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9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28E02-52BB-89B9-2DA1-E3AE3583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8A53C-3D94-DEE6-46BE-9D75613F7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1CCEA-910F-4549-4290-4B273688F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D7DCE-5834-E59C-4910-A8D55C29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2C732-BB4D-5CE8-5D23-D4EC0252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975BE-622D-E754-A0E4-D50907F13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43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330E-9518-51D6-D898-4CACDE18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F3019-199B-4557-8980-0EFB70750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677C7-1BA7-15D5-4D1F-179C68A18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91609-E5AC-94E8-07D4-FE3D69C8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D7026-DEA8-26BC-DFEE-7AFDD322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94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9050EB-9AB0-F9A0-E84B-6E13AD8D6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88451-45CA-78AF-D638-198B93C54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91FF3-DFF9-3AFA-4DF9-E1827D93D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02889-C8DB-B6C2-D017-6FDA2C371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AACF3-D7A0-0787-B7DE-8DD2752A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65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472C45-4495-279E-AE69-FA35A8B8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D76A1-0616-E750-4674-C8062DD0E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B67E1-AC8C-21F0-1004-8E98FD1CE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0D6CD-EDD6-FE48-848A-5096DBC5F615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F59AB-8905-A448-5138-6FEDB1E6A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A4CAD-5E04-42EA-B622-232CDB91B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2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6188A598-BDBC-CD3C-FC94-A426EC7B94A4}"/>
              </a:ext>
            </a:extLst>
          </p:cNvPr>
          <p:cNvSpPr/>
          <p:nvPr/>
        </p:nvSpPr>
        <p:spPr>
          <a:xfrm>
            <a:off x="601559" y="101599"/>
            <a:ext cx="1688625" cy="1484907"/>
          </a:xfrm>
          <a:prstGeom prst="roundRect">
            <a:avLst>
              <a:gd name="adj" fmla="val 8300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A black and blue rectangles&#10;&#10;Description automatically generated">
            <a:extLst>
              <a:ext uri="{FF2B5EF4-FFF2-40B4-BE49-F238E27FC236}">
                <a16:creationId xmlns:a16="http://schemas.microsoft.com/office/drawing/2014/main" id="{3F8E0B4D-3040-7B53-E4E1-0FFBB2818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89" y="249798"/>
            <a:ext cx="1244338" cy="1097280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1E7A6667-81B4-DED6-97B0-167AE14876BB}"/>
              </a:ext>
            </a:extLst>
          </p:cNvPr>
          <p:cNvGrpSpPr/>
          <p:nvPr/>
        </p:nvGrpSpPr>
        <p:grpSpPr>
          <a:xfrm>
            <a:off x="611971" y="1484907"/>
            <a:ext cx="2187621" cy="2255343"/>
            <a:chOff x="787088" y="4660710"/>
            <a:chExt cx="2187621" cy="2255343"/>
          </a:xfrm>
        </p:grpSpPr>
        <p:pic>
          <p:nvPicPr>
            <p:cNvPr id="45" name="Picture 44" descr="A white arrows pointing to different directions&#10;&#10;Description automatically generated">
              <a:extLst>
                <a:ext uri="{FF2B5EF4-FFF2-40B4-BE49-F238E27FC236}">
                  <a16:creationId xmlns:a16="http://schemas.microsoft.com/office/drawing/2014/main" id="{F2A1F9B0-B026-F147-547F-8B498809E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6085" y="5211739"/>
              <a:ext cx="1688624" cy="1704314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C8143FB-642D-ED99-C30E-7EFBC00C6F8D}"/>
                </a:ext>
              </a:extLst>
            </p:cNvPr>
            <p:cNvGrpSpPr/>
            <p:nvPr/>
          </p:nvGrpSpPr>
          <p:grpSpPr>
            <a:xfrm>
              <a:off x="787088" y="4660710"/>
              <a:ext cx="1143000" cy="985943"/>
              <a:chOff x="6331857" y="4909757"/>
              <a:chExt cx="1143000" cy="985943"/>
            </a:xfrm>
          </p:grpSpPr>
          <p:sp>
            <p:nvSpPr>
              <p:cNvPr id="47" name="Round Same Side Corner Rectangle 46">
                <a:extLst>
                  <a:ext uri="{FF2B5EF4-FFF2-40B4-BE49-F238E27FC236}">
                    <a16:creationId xmlns:a16="http://schemas.microsoft.com/office/drawing/2014/main" id="{009A9D87-D876-13DB-1C29-ED3D2C17C091}"/>
                  </a:ext>
                </a:extLst>
              </p:cNvPr>
              <p:cNvSpPr/>
              <p:nvPr/>
            </p:nvSpPr>
            <p:spPr>
              <a:xfrm rot="10800000">
                <a:off x="6331857" y="4909757"/>
                <a:ext cx="1143000" cy="985943"/>
              </a:xfrm>
              <a:prstGeom prst="round2SameRect">
                <a:avLst>
                  <a:gd name="adj1" fmla="val 34930"/>
                  <a:gd name="adj2" fmla="val 0"/>
                </a:avLst>
              </a:prstGeom>
              <a:solidFill>
                <a:srgbClr val="EF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8" name="Picture 47" descr="A white paper with a black background&#10;&#10;Description automatically generated">
                <a:extLst>
                  <a:ext uri="{FF2B5EF4-FFF2-40B4-BE49-F238E27FC236}">
                    <a16:creationId xmlns:a16="http://schemas.microsoft.com/office/drawing/2014/main" id="{BCEB2FE7-9893-6D28-97CB-A049AA70A7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0287" y="5008968"/>
                <a:ext cx="786138" cy="787522"/>
              </a:xfrm>
              <a:prstGeom prst="rect">
                <a:avLst/>
              </a:prstGeom>
            </p:spPr>
          </p:pic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7BA08A2-67AF-52A4-2B6A-7DE9C454431F}"/>
              </a:ext>
            </a:extLst>
          </p:cNvPr>
          <p:cNvGrpSpPr/>
          <p:nvPr/>
        </p:nvGrpSpPr>
        <p:grpSpPr>
          <a:xfrm>
            <a:off x="5510591" y="4660710"/>
            <a:ext cx="2187621" cy="2255343"/>
            <a:chOff x="787088" y="4660710"/>
            <a:chExt cx="2187621" cy="2255343"/>
          </a:xfrm>
        </p:grpSpPr>
        <p:pic>
          <p:nvPicPr>
            <p:cNvPr id="56" name="Picture 55" descr="A white arrows pointing to different directions&#10;&#10;Description automatically generated">
              <a:extLst>
                <a:ext uri="{FF2B5EF4-FFF2-40B4-BE49-F238E27FC236}">
                  <a16:creationId xmlns:a16="http://schemas.microsoft.com/office/drawing/2014/main" id="{35641C57-C3CB-008A-E69F-6761476A0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6085" y="5211739"/>
              <a:ext cx="1688624" cy="1704314"/>
            </a:xfrm>
            <a:prstGeom prst="rect">
              <a:avLst/>
            </a:prstGeom>
          </p:spPr>
        </p:pic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19745B9-CCC7-C5A8-6850-EA1FD5104262}"/>
                </a:ext>
              </a:extLst>
            </p:cNvPr>
            <p:cNvGrpSpPr/>
            <p:nvPr/>
          </p:nvGrpSpPr>
          <p:grpSpPr>
            <a:xfrm>
              <a:off x="787088" y="4660710"/>
              <a:ext cx="1143000" cy="985943"/>
              <a:chOff x="6331857" y="4909757"/>
              <a:chExt cx="1143000" cy="985943"/>
            </a:xfrm>
          </p:grpSpPr>
          <p:sp>
            <p:nvSpPr>
              <p:cNvPr id="58" name="Round Same Side Corner Rectangle 57">
                <a:extLst>
                  <a:ext uri="{FF2B5EF4-FFF2-40B4-BE49-F238E27FC236}">
                    <a16:creationId xmlns:a16="http://schemas.microsoft.com/office/drawing/2014/main" id="{713B3144-796A-932C-E5D5-1F65E38B5836}"/>
                  </a:ext>
                </a:extLst>
              </p:cNvPr>
              <p:cNvSpPr/>
              <p:nvPr/>
            </p:nvSpPr>
            <p:spPr>
              <a:xfrm rot="10800000">
                <a:off x="6331857" y="4909757"/>
                <a:ext cx="1143000" cy="985943"/>
              </a:xfrm>
              <a:prstGeom prst="round2SameRect">
                <a:avLst>
                  <a:gd name="adj1" fmla="val 34930"/>
                  <a:gd name="adj2" fmla="val 0"/>
                </a:avLst>
              </a:prstGeom>
              <a:solidFill>
                <a:srgbClr val="EF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9" name="Picture 58" descr="A white paper with a black background&#10;&#10;Description automatically generated">
                <a:extLst>
                  <a:ext uri="{FF2B5EF4-FFF2-40B4-BE49-F238E27FC236}">
                    <a16:creationId xmlns:a16="http://schemas.microsoft.com/office/drawing/2014/main" id="{2E691259-2E2F-53BC-3625-6B76981728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0287" y="5008968"/>
                <a:ext cx="786138" cy="787522"/>
              </a:xfrm>
              <a:prstGeom prst="rect">
                <a:avLst/>
              </a:prstGeom>
            </p:spPr>
          </p:pic>
        </p:grpSp>
      </p:grp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103C363-A00B-B124-4F93-ED1F36515F9B}"/>
              </a:ext>
            </a:extLst>
          </p:cNvPr>
          <p:cNvSpPr/>
          <p:nvPr/>
        </p:nvSpPr>
        <p:spPr>
          <a:xfrm>
            <a:off x="3062513" y="1322609"/>
            <a:ext cx="1688625" cy="1370999"/>
          </a:xfrm>
          <a:prstGeom prst="roundRect">
            <a:avLst>
              <a:gd name="adj" fmla="val 8300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BA681AB-53EA-7F2E-2BDE-3554D393FB65}"/>
              </a:ext>
            </a:extLst>
          </p:cNvPr>
          <p:cNvGrpSpPr/>
          <p:nvPr/>
        </p:nvGrpSpPr>
        <p:grpSpPr>
          <a:xfrm>
            <a:off x="3072925" y="2592009"/>
            <a:ext cx="2187621" cy="2255343"/>
            <a:chOff x="787088" y="4660710"/>
            <a:chExt cx="2187621" cy="2255343"/>
          </a:xfrm>
        </p:grpSpPr>
        <p:pic>
          <p:nvPicPr>
            <p:cNvPr id="63" name="Picture 62" descr="A white arrows pointing to different directions&#10;&#10;Description automatically generated">
              <a:extLst>
                <a:ext uri="{FF2B5EF4-FFF2-40B4-BE49-F238E27FC236}">
                  <a16:creationId xmlns:a16="http://schemas.microsoft.com/office/drawing/2014/main" id="{12513AC0-5299-94C8-8D05-593DAE9B4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6085" y="5211739"/>
              <a:ext cx="1688624" cy="1704314"/>
            </a:xfrm>
            <a:prstGeom prst="rect">
              <a:avLst/>
            </a:prstGeom>
          </p:spPr>
        </p:pic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763D20DB-6DF2-FC06-182C-B01738ED83B5}"/>
                </a:ext>
              </a:extLst>
            </p:cNvPr>
            <p:cNvGrpSpPr/>
            <p:nvPr/>
          </p:nvGrpSpPr>
          <p:grpSpPr>
            <a:xfrm>
              <a:off x="787088" y="4660710"/>
              <a:ext cx="1143000" cy="985943"/>
              <a:chOff x="6331857" y="4909757"/>
              <a:chExt cx="1143000" cy="985943"/>
            </a:xfrm>
          </p:grpSpPr>
          <p:sp>
            <p:nvSpPr>
              <p:cNvPr id="65" name="Round Same Side Corner Rectangle 64">
                <a:extLst>
                  <a:ext uri="{FF2B5EF4-FFF2-40B4-BE49-F238E27FC236}">
                    <a16:creationId xmlns:a16="http://schemas.microsoft.com/office/drawing/2014/main" id="{695670A1-BC2B-A9C1-DF9B-369D15A384F9}"/>
                  </a:ext>
                </a:extLst>
              </p:cNvPr>
              <p:cNvSpPr/>
              <p:nvPr/>
            </p:nvSpPr>
            <p:spPr>
              <a:xfrm rot="10800000">
                <a:off x="6331857" y="4909757"/>
                <a:ext cx="1143000" cy="985943"/>
              </a:xfrm>
              <a:prstGeom prst="round2SameRect">
                <a:avLst>
                  <a:gd name="adj1" fmla="val 34930"/>
                  <a:gd name="adj2" fmla="val 0"/>
                </a:avLst>
              </a:prstGeom>
              <a:solidFill>
                <a:srgbClr val="EF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6" name="Picture 65" descr="A white paper with a black background&#10;&#10;Description automatically generated">
                <a:extLst>
                  <a:ext uri="{FF2B5EF4-FFF2-40B4-BE49-F238E27FC236}">
                    <a16:creationId xmlns:a16="http://schemas.microsoft.com/office/drawing/2014/main" id="{2C17D954-8482-5543-79F4-D1B774C9E9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0287" y="5008968"/>
                <a:ext cx="786138" cy="787522"/>
              </a:xfrm>
              <a:prstGeom prst="rect">
                <a:avLst/>
              </a:prstGeom>
            </p:spPr>
          </p:pic>
        </p:grpSp>
      </p:grpSp>
      <p:pic>
        <p:nvPicPr>
          <p:cNvPr id="20" name="Picture 19" descr="A black and yellow squares&#10;&#10;Description automatically generated">
            <a:extLst>
              <a:ext uri="{FF2B5EF4-FFF2-40B4-BE49-F238E27FC236}">
                <a16:creationId xmlns:a16="http://schemas.microsoft.com/office/drawing/2014/main" id="{7A1D6FAD-402C-54EE-FC05-360788E44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033" y="1473013"/>
            <a:ext cx="1243584" cy="949646"/>
          </a:xfrm>
          <a:prstGeom prst="rect">
            <a:avLst/>
          </a:prstGeom>
        </p:spPr>
      </p:pic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8E928500-91B3-0FED-F481-056BF8156438}"/>
              </a:ext>
            </a:extLst>
          </p:cNvPr>
          <p:cNvSpPr/>
          <p:nvPr/>
        </p:nvSpPr>
        <p:spPr>
          <a:xfrm>
            <a:off x="5500421" y="2282148"/>
            <a:ext cx="2441624" cy="2474160"/>
          </a:xfrm>
          <a:prstGeom prst="roundRect">
            <a:avLst>
              <a:gd name="adj" fmla="val 8300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 descr="A black background with blue squares&#10;&#10;Description automatically generated">
            <a:extLst>
              <a:ext uri="{FF2B5EF4-FFF2-40B4-BE49-F238E27FC236}">
                <a16:creationId xmlns:a16="http://schemas.microsoft.com/office/drawing/2014/main" id="{9EB06686-7BC1-6739-14DF-E08825C57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8946" y="2452473"/>
            <a:ext cx="2011680" cy="2069157"/>
          </a:xfrm>
          <a:prstGeom prst="rect">
            <a:avLst/>
          </a:prstGeom>
        </p:spPr>
      </p:pic>
      <p:sp>
        <p:nvSpPr>
          <p:cNvPr id="69" name="Right Arrow 68">
            <a:extLst>
              <a:ext uri="{FF2B5EF4-FFF2-40B4-BE49-F238E27FC236}">
                <a16:creationId xmlns:a16="http://schemas.microsoft.com/office/drawing/2014/main" id="{70AFF24F-A215-3EA6-3394-16C7156B5B68}"/>
              </a:ext>
            </a:extLst>
          </p:cNvPr>
          <p:cNvSpPr/>
          <p:nvPr/>
        </p:nvSpPr>
        <p:spPr>
          <a:xfrm>
            <a:off x="109061" y="2872839"/>
            <a:ext cx="933388" cy="67766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0BC8EB58-7B8E-4F52-6203-DA2383069AD2}"/>
              </a:ext>
            </a:extLst>
          </p:cNvPr>
          <p:cNvSpPr/>
          <p:nvPr/>
        </p:nvSpPr>
        <p:spPr>
          <a:xfrm rot="5400000">
            <a:off x="1073151" y="3902460"/>
            <a:ext cx="1181969" cy="532952"/>
          </a:xfrm>
          <a:prstGeom prst="rightArrow">
            <a:avLst/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Bent Arrow 70">
            <a:extLst>
              <a:ext uri="{FF2B5EF4-FFF2-40B4-BE49-F238E27FC236}">
                <a16:creationId xmlns:a16="http://schemas.microsoft.com/office/drawing/2014/main" id="{E17DE085-DCD7-C2DB-79B8-394D98783918}"/>
              </a:ext>
            </a:extLst>
          </p:cNvPr>
          <p:cNvSpPr/>
          <p:nvPr/>
        </p:nvSpPr>
        <p:spPr>
          <a:xfrm flipV="1">
            <a:off x="2056895" y="3577950"/>
            <a:ext cx="1449721" cy="1040329"/>
          </a:xfrm>
          <a:prstGeom prst="ben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A1AF2C3E-6CDA-32EC-0322-273A78608036}"/>
              </a:ext>
            </a:extLst>
          </p:cNvPr>
          <p:cNvSpPr/>
          <p:nvPr/>
        </p:nvSpPr>
        <p:spPr>
          <a:xfrm rot="5400000">
            <a:off x="3578699" y="5016084"/>
            <a:ext cx="1181969" cy="532952"/>
          </a:xfrm>
          <a:prstGeom prst="rightArrow">
            <a:avLst/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Bent Arrow 72">
            <a:extLst>
              <a:ext uri="{FF2B5EF4-FFF2-40B4-BE49-F238E27FC236}">
                <a16:creationId xmlns:a16="http://schemas.microsoft.com/office/drawing/2014/main" id="{2F11C9CB-E043-6445-F9BA-DCAB910AF6E3}"/>
              </a:ext>
            </a:extLst>
          </p:cNvPr>
          <p:cNvSpPr>
            <a:spLocks noChangeAspect="1"/>
          </p:cNvSpPr>
          <p:nvPr/>
        </p:nvSpPr>
        <p:spPr>
          <a:xfrm flipV="1">
            <a:off x="4584340" y="4691573"/>
            <a:ext cx="1355232" cy="1982306"/>
          </a:xfrm>
          <a:prstGeom prst="bentArrow">
            <a:avLst>
              <a:gd name="adj1" fmla="val 18283"/>
              <a:gd name="adj2" fmla="val 17825"/>
              <a:gd name="adj3" fmla="val 21947"/>
              <a:gd name="adj4" fmla="val 4375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Arrow 75">
            <a:extLst>
              <a:ext uri="{FF2B5EF4-FFF2-40B4-BE49-F238E27FC236}">
                <a16:creationId xmlns:a16="http://schemas.microsoft.com/office/drawing/2014/main" id="{6F125A5B-3982-9DAE-5CFB-C5BFCFB17500}"/>
              </a:ext>
            </a:extLst>
          </p:cNvPr>
          <p:cNvSpPr/>
          <p:nvPr/>
        </p:nvSpPr>
        <p:spPr>
          <a:xfrm>
            <a:off x="7826082" y="6007084"/>
            <a:ext cx="933388" cy="532952"/>
          </a:xfrm>
          <a:prstGeom prst="rightArrow">
            <a:avLst/>
          </a:prstGeom>
          <a:solidFill>
            <a:srgbClr val="405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ight Arrow 76">
            <a:extLst>
              <a:ext uri="{FF2B5EF4-FFF2-40B4-BE49-F238E27FC236}">
                <a16:creationId xmlns:a16="http://schemas.microsoft.com/office/drawing/2014/main" id="{93000963-3C56-FD53-08AC-ADB81A8FCB01}"/>
              </a:ext>
            </a:extLst>
          </p:cNvPr>
          <p:cNvSpPr/>
          <p:nvPr/>
        </p:nvSpPr>
        <p:spPr>
          <a:xfrm>
            <a:off x="7874664" y="6159484"/>
            <a:ext cx="933388" cy="532952"/>
          </a:xfrm>
          <a:prstGeom prst="rightArrow">
            <a:avLst/>
          </a:prstGeom>
          <a:solidFill>
            <a:srgbClr val="97D8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64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CF622EE-F57A-DDD3-FEC8-8D72D99ABCF5}"/>
              </a:ext>
            </a:extLst>
          </p:cNvPr>
          <p:cNvSpPr/>
          <p:nvPr/>
        </p:nvSpPr>
        <p:spPr>
          <a:xfrm>
            <a:off x="352697" y="101599"/>
            <a:ext cx="3188789" cy="4949372"/>
          </a:xfrm>
          <a:prstGeom prst="roundRect">
            <a:avLst>
              <a:gd name="adj" fmla="val 8300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 descr="A black background with colorful squares&#10;&#10;Description automatically generated">
            <a:extLst>
              <a:ext uri="{FF2B5EF4-FFF2-40B4-BE49-F238E27FC236}">
                <a16:creationId xmlns:a16="http://schemas.microsoft.com/office/drawing/2014/main" id="{3B5EEACE-B937-E729-58DE-E3118B805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18" y="249798"/>
            <a:ext cx="2777740" cy="466344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269B822E-AC74-9AF7-AEC2-B55415F5F90B}"/>
              </a:ext>
            </a:extLst>
          </p:cNvPr>
          <p:cNvGrpSpPr/>
          <p:nvPr/>
        </p:nvGrpSpPr>
        <p:grpSpPr>
          <a:xfrm>
            <a:off x="787088" y="4660710"/>
            <a:ext cx="2187621" cy="2255343"/>
            <a:chOff x="787088" y="4660710"/>
            <a:chExt cx="2187621" cy="2255343"/>
          </a:xfrm>
        </p:grpSpPr>
        <p:pic>
          <p:nvPicPr>
            <p:cNvPr id="4" name="Picture 3" descr="A white arrows pointing to different directions&#10;&#10;Description automatically generated">
              <a:extLst>
                <a:ext uri="{FF2B5EF4-FFF2-40B4-BE49-F238E27FC236}">
                  <a16:creationId xmlns:a16="http://schemas.microsoft.com/office/drawing/2014/main" id="{4FBCECAB-BE2B-1CE4-C359-96FDCFF11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6085" y="5211739"/>
              <a:ext cx="1688624" cy="1704314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7BADDC3-571D-9125-4B04-D105A96E9832}"/>
                </a:ext>
              </a:extLst>
            </p:cNvPr>
            <p:cNvGrpSpPr/>
            <p:nvPr/>
          </p:nvGrpSpPr>
          <p:grpSpPr>
            <a:xfrm>
              <a:off x="787088" y="4660710"/>
              <a:ext cx="1143000" cy="985943"/>
              <a:chOff x="6331857" y="4909757"/>
              <a:chExt cx="1143000" cy="985943"/>
            </a:xfrm>
          </p:grpSpPr>
          <p:sp>
            <p:nvSpPr>
              <p:cNvPr id="34" name="Round Same Side Corner Rectangle 33">
                <a:extLst>
                  <a:ext uri="{FF2B5EF4-FFF2-40B4-BE49-F238E27FC236}">
                    <a16:creationId xmlns:a16="http://schemas.microsoft.com/office/drawing/2014/main" id="{5712BAB3-71C9-66E5-9B20-076497663F79}"/>
                  </a:ext>
                </a:extLst>
              </p:cNvPr>
              <p:cNvSpPr/>
              <p:nvPr/>
            </p:nvSpPr>
            <p:spPr>
              <a:xfrm rot="10800000">
                <a:off x="6331857" y="4909757"/>
                <a:ext cx="1143000" cy="985943"/>
              </a:xfrm>
              <a:prstGeom prst="round2SameRect">
                <a:avLst>
                  <a:gd name="adj1" fmla="val 34930"/>
                  <a:gd name="adj2" fmla="val 0"/>
                </a:avLst>
              </a:prstGeom>
              <a:solidFill>
                <a:srgbClr val="EF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5" name="Picture 34" descr="A white paper with a black background&#10;&#10;Description automatically generated">
                <a:extLst>
                  <a:ext uri="{FF2B5EF4-FFF2-40B4-BE49-F238E27FC236}">
                    <a16:creationId xmlns:a16="http://schemas.microsoft.com/office/drawing/2014/main" id="{DD9876A9-D280-E864-6747-C76C755D07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10287" y="5008968"/>
                <a:ext cx="786138" cy="787522"/>
              </a:xfrm>
              <a:prstGeom prst="rect">
                <a:avLst/>
              </a:prstGeom>
            </p:spPr>
          </p:pic>
        </p:grpSp>
      </p:grpSp>
      <p:sp>
        <p:nvSpPr>
          <p:cNvPr id="37" name="Right Arrow 36">
            <a:extLst>
              <a:ext uri="{FF2B5EF4-FFF2-40B4-BE49-F238E27FC236}">
                <a16:creationId xmlns:a16="http://schemas.microsoft.com/office/drawing/2014/main" id="{E9AC60EE-778F-E561-8929-4B34B7545E60}"/>
              </a:ext>
            </a:extLst>
          </p:cNvPr>
          <p:cNvSpPr/>
          <p:nvPr/>
        </p:nvSpPr>
        <p:spPr>
          <a:xfrm>
            <a:off x="247565" y="6026328"/>
            <a:ext cx="933388" cy="67766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18E4F683-BEE8-7D69-258F-DDF42EB5629C}"/>
              </a:ext>
            </a:extLst>
          </p:cNvPr>
          <p:cNvSpPr/>
          <p:nvPr/>
        </p:nvSpPr>
        <p:spPr>
          <a:xfrm>
            <a:off x="3111521" y="5791793"/>
            <a:ext cx="933388" cy="532952"/>
          </a:xfrm>
          <a:prstGeom prst="rightArrow">
            <a:avLst/>
          </a:prstGeom>
          <a:solidFill>
            <a:srgbClr val="405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6518CED-C309-873D-B4E8-61F7A75B8736}"/>
              </a:ext>
            </a:extLst>
          </p:cNvPr>
          <p:cNvSpPr/>
          <p:nvPr/>
        </p:nvSpPr>
        <p:spPr>
          <a:xfrm>
            <a:off x="3164096" y="5944193"/>
            <a:ext cx="933388" cy="532952"/>
          </a:xfrm>
          <a:prstGeom prst="rightArrow">
            <a:avLst/>
          </a:prstGeom>
          <a:solidFill>
            <a:srgbClr val="6B9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5AE9DE4A-A32D-8741-963D-3215E44C7631}"/>
              </a:ext>
            </a:extLst>
          </p:cNvPr>
          <p:cNvSpPr/>
          <p:nvPr/>
        </p:nvSpPr>
        <p:spPr>
          <a:xfrm>
            <a:off x="3212678" y="6096593"/>
            <a:ext cx="933388" cy="532952"/>
          </a:xfrm>
          <a:prstGeom prst="rightArrow">
            <a:avLst/>
          </a:prstGeom>
          <a:solidFill>
            <a:srgbClr val="97D8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725DC2FC-7CDE-47D7-05C6-291A6075E5B6}"/>
              </a:ext>
            </a:extLst>
          </p:cNvPr>
          <p:cNvSpPr/>
          <p:nvPr/>
        </p:nvSpPr>
        <p:spPr>
          <a:xfrm>
            <a:off x="3261260" y="6248993"/>
            <a:ext cx="933388" cy="532952"/>
          </a:xfrm>
          <a:prstGeom prst="rightArrow">
            <a:avLst/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98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FE92B72-958A-0447-0443-8F16CA6918A0}"/>
              </a:ext>
            </a:extLst>
          </p:cNvPr>
          <p:cNvGrpSpPr/>
          <p:nvPr/>
        </p:nvGrpSpPr>
        <p:grpSpPr>
          <a:xfrm>
            <a:off x="439952" y="2458302"/>
            <a:ext cx="1831719" cy="1831719"/>
            <a:chOff x="1400043" y="3111431"/>
            <a:chExt cx="1831719" cy="1831719"/>
          </a:xfrm>
        </p:grpSpPr>
        <p:pic>
          <p:nvPicPr>
            <p:cNvPr id="145" name="Picture 14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A7EB979-C85C-6567-F296-11A211472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0043" y="3111431"/>
              <a:ext cx="1831719" cy="1831719"/>
            </a:xfrm>
            <a:prstGeom prst="rect">
              <a:avLst/>
            </a:prstGeom>
          </p:spPr>
        </p:pic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8461019-01FF-D9EA-1563-1CA073352F98}"/>
                </a:ext>
              </a:extLst>
            </p:cNvPr>
            <p:cNvSpPr/>
            <p:nvPr/>
          </p:nvSpPr>
          <p:spPr>
            <a:xfrm>
              <a:off x="1802674" y="3491049"/>
              <a:ext cx="1045029" cy="10406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6" name="Picture 145" descr="A green and purple letters on a black background&#10;&#10;Description automatically generated">
              <a:extLst>
                <a:ext uri="{FF2B5EF4-FFF2-40B4-BE49-F238E27FC236}">
                  <a16:creationId xmlns:a16="http://schemas.microsoft.com/office/drawing/2014/main" id="{0727DF76-86FE-D2E6-8401-7EF754F91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791892" y="3515438"/>
              <a:ext cx="1045029" cy="1045029"/>
            </a:xfrm>
            <a:prstGeom prst="rect">
              <a:avLst/>
            </a:prstGeom>
          </p:spPr>
        </p:pic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B90940E9-65B9-8447-A273-A5A8FB7448A0}"/>
              </a:ext>
            </a:extLst>
          </p:cNvPr>
          <p:cNvGrpSpPr/>
          <p:nvPr/>
        </p:nvGrpSpPr>
        <p:grpSpPr>
          <a:xfrm>
            <a:off x="552693" y="379572"/>
            <a:ext cx="1694700" cy="1694700"/>
            <a:chOff x="2475339" y="814897"/>
            <a:chExt cx="1694700" cy="1694700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6F118FAA-F2B8-1C9E-FBC2-45FC6C00E200}"/>
                </a:ext>
              </a:extLst>
            </p:cNvPr>
            <p:cNvSpPr/>
            <p:nvPr/>
          </p:nvSpPr>
          <p:spPr>
            <a:xfrm>
              <a:off x="2517006" y="866274"/>
              <a:ext cx="1597794" cy="1592981"/>
            </a:xfrm>
            <a:custGeom>
              <a:avLst/>
              <a:gdLst>
                <a:gd name="connsiteX0" fmla="*/ 370573 w 1597794"/>
                <a:gd name="connsiteY0" fmla="*/ 336884 h 1592981"/>
                <a:gd name="connsiteX1" fmla="*/ 0 w 1597794"/>
                <a:gd name="connsiteY1" fmla="*/ 360947 h 1592981"/>
                <a:gd name="connsiteX2" fmla="*/ 0 w 1597794"/>
                <a:gd name="connsiteY2" fmla="*/ 144379 h 1592981"/>
                <a:gd name="connsiteX3" fmla="*/ 62565 w 1597794"/>
                <a:gd name="connsiteY3" fmla="*/ 43313 h 1592981"/>
                <a:gd name="connsiteX4" fmla="*/ 168442 w 1597794"/>
                <a:gd name="connsiteY4" fmla="*/ 0 h 1592981"/>
                <a:gd name="connsiteX5" fmla="*/ 1270535 w 1597794"/>
                <a:gd name="connsiteY5" fmla="*/ 0 h 1592981"/>
                <a:gd name="connsiteX6" fmla="*/ 1395663 w 1597794"/>
                <a:gd name="connsiteY6" fmla="*/ 48126 h 1592981"/>
                <a:gd name="connsiteX7" fmla="*/ 1443790 w 1597794"/>
                <a:gd name="connsiteY7" fmla="*/ 134753 h 1592981"/>
                <a:gd name="connsiteX8" fmla="*/ 1448602 w 1597794"/>
                <a:gd name="connsiteY8" fmla="*/ 1246471 h 1592981"/>
                <a:gd name="connsiteX9" fmla="*/ 1592981 w 1597794"/>
                <a:gd name="connsiteY9" fmla="*/ 1260909 h 1592981"/>
                <a:gd name="connsiteX10" fmla="*/ 1597794 w 1597794"/>
                <a:gd name="connsiteY10" fmla="*/ 1438977 h 1592981"/>
                <a:gd name="connsiteX11" fmla="*/ 1564106 w 1597794"/>
                <a:gd name="connsiteY11" fmla="*/ 1525604 h 1592981"/>
                <a:gd name="connsiteX12" fmla="*/ 1467853 w 1597794"/>
                <a:gd name="connsiteY12" fmla="*/ 1578543 h 1592981"/>
                <a:gd name="connsiteX13" fmla="*/ 539015 w 1597794"/>
                <a:gd name="connsiteY13" fmla="*/ 1592981 h 1592981"/>
                <a:gd name="connsiteX14" fmla="*/ 423512 w 1597794"/>
                <a:gd name="connsiteY14" fmla="*/ 1506353 h 1592981"/>
                <a:gd name="connsiteX15" fmla="*/ 380198 w 1597794"/>
                <a:gd name="connsiteY15" fmla="*/ 1424539 h 1592981"/>
                <a:gd name="connsiteX16" fmla="*/ 375386 w 1597794"/>
                <a:gd name="connsiteY16" fmla="*/ 1232033 h 1592981"/>
                <a:gd name="connsiteX17" fmla="*/ 375386 w 1597794"/>
                <a:gd name="connsiteY17" fmla="*/ 1232033 h 1592981"/>
                <a:gd name="connsiteX18" fmla="*/ 231007 w 1597794"/>
                <a:gd name="connsiteY18" fmla="*/ 1251284 h 1592981"/>
                <a:gd name="connsiteX19" fmla="*/ 240632 w 1597794"/>
                <a:gd name="connsiteY19" fmla="*/ 976964 h 1592981"/>
                <a:gd name="connsiteX20" fmla="*/ 158817 w 1597794"/>
                <a:gd name="connsiteY20" fmla="*/ 871086 h 1592981"/>
                <a:gd name="connsiteX21" fmla="*/ 134754 w 1597794"/>
                <a:gd name="connsiteY21" fmla="*/ 779646 h 1592981"/>
                <a:gd name="connsiteX22" fmla="*/ 139567 w 1597794"/>
                <a:gd name="connsiteY22" fmla="*/ 702644 h 1592981"/>
                <a:gd name="connsiteX23" fmla="*/ 178068 w 1597794"/>
                <a:gd name="connsiteY23" fmla="*/ 616017 h 1592981"/>
                <a:gd name="connsiteX24" fmla="*/ 279133 w 1597794"/>
                <a:gd name="connsiteY24" fmla="*/ 543827 h 1592981"/>
                <a:gd name="connsiteX25" fmla="*/ 365760 w 1597794"/>
                <a:gd name="connsiteY25" fmla="*/ 519764 h 1592981"/>
                <a:gd name="connsiteX26" fmla="*/ 370573 w 1597794"/>
                <a:gd name="connsiteY26" fmla="*/ 336884 h 1592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97794" h="1592981">
                  <a:moveTo>
                    <a:pt x="370573" y="336884"/>
                  </a:moveTo>
                  <a:lnTo>
                    <a:pt x="0" y="360947"/>
                  </a:lnTo>
                  <a:lnTo>
                    <a:pt x="0" y="144379"/>
                  </a:lnTo>
                  <a:lnTo>
                    <a:pt x="62565" y="43313"/>
                  </a:lnTo>
                  <a:lnTo>
                    <a:pt x="168442" y="0"/>
                  </a:lnTo>
                  <a:lnTo>
                    <a:pt x="1270535" y="0"/>
                  </a:lnTo>
                  <a:lnTo>
                    <a:pt x="1395663" y="48126"/>
                  </a:lnTo>
                  <a:lnTo>
                    <a:pt x="1443790" y="134753"/>
                  </a:lnTo>
                  <a:lnTo>
                    <a:pt x="1448602" y="1246471"/>
                  </a:lnTo>
                  <a:lnTo>
                    <a:pt x="1592981" y="1260909"/>
                  </a:lnTo>
                  <a:lnTo>
                    <a:pt x="1597794" y="1438977"/>
                  </a:lnTo>
                  <a:lnTo>
                    <a:pt x="1564106" y="1525604"/>
                  </a:lnTo>
                  <a:lnTo>
                    <a:pt x="1467853" y="1578543"/>
                  </a:lnTo>
                  <a:lnTo>
                    <a:pt x="539015" y="1592981"/>
                  </a:lnTo>
                  <a:lnTo>
                    <a:pt x="423512" y="1506353"/>
                  </a:lnTo>
                  <a:lnTo>
                    <a:pt x="380198" y="1424539"/>
                  </a:lnTo>
                  <a:lnTo>
                    <a:pt x="375386" y="1232033"/>
                  </a:lnTo>
                  <a:lnTo>
                    <a:pt x="375386" y="1232033"/>
                  </a:lnTo>
                  <a:lnTo>
                    <a:pt x="231007" y="1251284"/>
                  </a:lnTo>
                  <a:lnTo>
                    <a:pt x="240632" y="976964"/>
                  </a:lnTo>
                  <a:lnTo>
                    <a:pt x="158817" y="871086"/>
                  </a:lnTo>
                  <a:lnTo>
                    <a:pt x="134754" y="779646"/>
                  </a:lnTo>
                  <a:lnTo>
                    <a:pt x="139567" y="702644"/>
                  </a:lnTo>
                  <a:lnTo>
                    <a:pt x="178068" y="616017"/>
                  </a:lnTo>
                  <a:lnTo>
                    <a:pt x="279133" y="543827"/>
                  </a:lnTo>
                  <a:lnTo>
                    <a:pt x="365760" y="519764"/>
                  </a:lnTo>
                  <a:lnTo>
                    <a:pt x="370573" y="3368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801E7A99-34D7-B514-BA25-CAFB77BEFE22}"/>
                </a:ext>
              </a:extLst>
            </p:cNvPr>
            <p:cNvGrpSpPr/>
            <p:nvPr/>
          </p:nvGrpSpPr>
          <p:grpSpPr>
            <a:xfrm>
              <a:off x="2475339" y="814897"/>
              <a:ext cx="1694700" cy="1694700"/>
              <a:chOff x="2475339" y="814897"/>
              <a:chExt cx="1694700" cy="1694700"/>
            </a:xfrm>
          </p:grpSpPr>
          <p:pic>
            <p:nvPicPr>
              <p:cNvPr id="150" name="Picture 149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F816406B-B94B-FB03-3221-1C945492E3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75339" y="814897"/>
                <a:ext cx="1694700" cy="1694700"/>
              </a:xfrm>
              <a:prstGeom prst="rect">
                <a:avLst/>
              </a:prstGeom>
            </p:spPr>
          </p:pic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59604660-ACC8-85A1-E8B7-366D93DED808}"/>
                  </a:ext>
                </a:extLst>
              </p:cNvPr>
              <p:cNvSpPr/>
              <p:nvPr/>
            </p:nvSpPr>
            <p:spPr>
              <a:xfrm>
                <a:off x="3278459" y="1088846"/>
                <a:ext cx="490653" cy="8347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9659F743-38F9-1040-FB34-C8FAF68B67C8}"/>
                  </a:ext>
                </a:extLst>
              </p:cNvPr>
              <p:cNvSpPr/>
              <p:nvPr/>
            </p:nvSpPr>
            <p:spPr>
              <a:xfrm>
                <a:off x="3033132" y="1088846"/>
                <a:ext cx="490653" cy="2457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1" name="Picture 150" descr="A green and purple letters on a black background&#10;&#10;Description automatically generated">
                <a:extLst>
                  <a:ext uri="{FF2B5EF4-FFF2-40B4-BE49-F238E27FC236}">
                    <a16:creationId xmlns:a16="http://schemas.microsoft.com/office/drawing/2014/main" id="{67B9F619-A03F-3491-DCB2-DD5476C4B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072320" y="887372"/>
                <a:ext cx="853238" cy="853238"/>
              </a:xfrm>
              <a:prstGeom prst="rect">
                <a:avLst/>
              </a:prstGeom>
            </p:spPr>
          </p:pic>
        </p:grp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D2266BD3-F63A-969A-C363-9AFFEF614088}"/>
              </a:ext>
            </a:extLst>
          </p:cNvPr>
          <p:cNvGrpSpPr/>
          <p:nvPr/>
        </p:nvGrpSpPr>
        <p:grpSpPr>
          <a:xfrm>
            <a:off x="10052003" y="1684692"/>
            <a:ext cx="1311940" cy="1148219"/>
            <a:chOff x="10052003" y="1684692"/>
            <a:chExt cx="1311940" cy="1148219"/>
          </a:xfrm>
        </p:grpSpPr>
        <p:sp>
          <p:nvSpPr>
            <p:cNvPr id="171" name="Rounded Rectangle 170">
              <a:extLst>
                <a:ext uri="{FF2B5EF4-FFF2-40B4-BE49-F238E27FC236}">
                  <a16:creationId xmlns:a16="http://schemas.microsoft.com/office/drawing/2014/main" id="{E81D5EB5-9CFA-728C-53C3-5CBA4CE49DAC}"/>
                </a:ext>
              </a:extLst>
            </p:cNvPr>
            <p:cNvSpPr/>
            <p:nvPr/>
          </p:nvSpPr>
          <p:spPr>
            <a:xfrm>
              <a:off x="10708806" y="2502385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72" name="Rounded Rectangle 171">
              <a:extLst>
                <a:ext uri="{FF2B5EF4-FFF2-40B4-BE49-F238E27FC236}">
                  <a16:creationId xmlns:a16="http://schemas.microsoft.com/office/drawing/2014/main" id="{C3972B4E-52D2-B43A-F032-FD4DFF073787}"/>
                </a:ext>
              </a:extLst>
            </p:cNvPr>
            <p:cNvSpPr/>
            <p:nvPr/>
          </p:nvSpPr>
          <p:spPr>
            <a:xfrm>
              <a:off x="10708806" y="1849934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73" name="Rounded Rectangle 172">
              <a:extLst>
                <a:ext uri="{FF2B5EF4-FFF2-40B4-BE49-F238E27FC236}">
                  <a16:creationId xmlns:a16="http://schemas.microsoft.com/office/drawing/2014/main" id="{DBEF72EE-39A2-F3C1-D965-E96079233D76}"/>
                </a:ext>
              </a:extLst>
            </p:cNvPr>
            <p:cNvSpPr/>
            <p:nvPr/>
          </p:nvSpPr>
          <p:spPr>
            <a:xfrm>
              <a:off x="10052003" y="2091631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174" name="Elbow Connector 173">
              <a:extLst>
                <a:ext uri="{FF2B5EF4-FFF2-40B4-BE49-F238E27FC236}">
                  <a16:creationId xmlns:a16="http://schemas.microsoft.com/office/drawing/2014/main" id="{7BB23AFF-1DA6-6499-B659-D018197A24DA}"/>
                </a:ext>
              </a:extLst>
            </p:cNvPr>
            <p:cNvCxnSpPr>
              <a:cxnSpLocks/>
              <a:stCxn id="172" idx="1"/>
              <a:endCxn id="173" idx="3"/>
            </p:cNvCxnSpPr>
            <p:nvPr/>
          </p:nvCxnSpPr>
          <p:spPr>
            <a:xfrm rot="10800000" flipV="1">
              <a:off x="10382388" y="1931848"/>
              <a:ext cx="326419" cy="328535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C83D38C0-06E7-3506-75B3-70B28DD4B6AF}"/>
                </a:ext>
              </a:extLst>
            </p:cNvPr>
            <p:cNvCxnSpPr>
              <a:cxnSpLocks/>
              <a:stCxn id="171" idx="1"/>
              <a:endCxn id="173" idx="3"/>
            </p:cNvCxnSpPr>
            <p:nvPr/>
          </p:nvCxnSpPr>
          <p:spPr>
            <a:xfrm rot="10800000">
              <a:off x="10382388" y="2260384"/>
              <a:ext cx="326419" cy="323916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6" name="Elbow Connector 175">
              <a:extLst>
                <a:ext uri="{FF2B5EF4-FFF2-40B4-BE49-F238E27FC236}">
                  <a16:creationId xmlns:a16="http://schemas.microsoft.com/office/drawing/2014/main" id="{87AA55CE-F520-1999-7214-2DD849D9665E}"/>
                </a:ext>
              </a:extLst>
            </p:cNvPr>
            <p:cNvCxnSpPr>
              <a:cxnSpLocks/>
              <a:stCxn id="182" idx="1"/>
              <a:endCxn id="172" idx="3"/>
            </p:cNvCxnSpPr>
            <p:nvPr/>
          </p:nvCxnSpPr>
          <p:spPr>
            <a:xfrm rot="10800000" flipV="1">
              <a:off x="10870641" y="1766607"/>
              <a:ext cx="331469" cy="16524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7" name="Elbow Connector 176">
              <a:extLst>
                <a:ext uri="{FF2B5EF4-FFF2-40B4-BE49-F238E27FC236}">
                  <a16:creationId xmlns:a16="http://schemas.microsoft.com/office/drawing/2014/main" id="{6261F77F-C398-AE88-177D-0E79BA2A3CCB}"/>
                </a:ext>
              </a:extLst>
            </p:cNvPr>
            <p:cNvCxnSpPr>
              <a:cxnSpLocks/>
              <a:stCxn id="181" idx="1"/>
              <a:endCxn id="172" idx="3"/>
            </p:cNvCxnSpPr>
            <p:nvPr/>
          </p:nvCxnSpPr>
          <p:spPr>
            <a:xfrm rot="10800000">
              <a:off x="10870641" y="1931850"/>
              <a:ext cx="331469" cy="16383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8" name="Elbow Connector 177">
              <a:extLst>
                <a:ext uri="{FF2B5EF4-FFF2-40B4-BE49-F238E27FC236}">
                  <a16:creationId xmlns:a16="http://schemas.microsoft.com/office/drawing/2014/main" id="{7AED1D84-992D-08E6-58D6-35BBD7EB9009}"/>
                </a:ext>
              </a:extLst>
            </p:cNvPr>
            <p:cNvCxnSpPr>
              <a:cxnSpLocks/>
              <a:stCxn id="180" idx="1"/>
              <a:endCxn id="171" idx="3"/>
            </p:cNvCxnSpPr>
            <p:nvPr/>
          </p:nvCxnSpPr>
          <p:spPr>
            <a:xfrm rot="10800000" flipV="1">
              <a:off x="10870641" y="2423338"/>
              <a:ext cx="331469" cy="16096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9" name="Elbow Connector 178">
              <a:extLst>
                <a:ext uri="{FF2B5EF4-FFF2-40B4-BE49-F238E27FC236}">
                  <a16:creationId xmlns:a16="http://schemas.microsoft.com/office/drawing/2014/main" id="{0AFB5472-A497-DA6B-0940-79D22F338299}"/>
                </a:ext>
              </a:extLst>
            </p:cNvPr>
            <p:cNvCxnSpPr>
              <a:cxnSpLocks/>
              <a:stCxn id="183" idx="1"/>
              <a:endCxn id="171" idx="3"/>
            </p:cNvCxnSpPr>
            <p:nvPr/>
          </p:nvCxnSpPr>
          <p:spPr>
            <a:xfrm rot="10800000">
              <a:off x="10870641" y="2584300"/>
              <a:ext cx="331469" cy="166696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DB954DF8-20E1-0A3E-C0AB-37E5B848B8E3}"/>
                </a:ext>
              </a:extLst>
            </p:cNvPr>
            <p:cNvSpPr/>
            <p:nvPr/>
          </p:nvSpPr>
          <p:spPr>
            <a:xfrm>
              <a:off x="11202109" y="2341423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269CAB28-8431-FB30-7754-0AC925F722A9}"/>
                </a:ext>
              </a:extLst>
            </p:cNvPr>
            <p:cNvSpPr/>
            <p:nvPr/>
          </p:nvSpPr>
          <p:spPr>
            <a:xfrm>
              <a:off x="11202109" y="2013765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182" name="Rounded Rectangle 181">
              <a:extLst>
                <a:ext uri="{FF2B5EF4-FFF2-40B4-BE49-F238E27FC236}">
                  <a16:creationId xmlns:a16="http://schemas.microsoft.com/office/drawing/2014/main" id="{D9144593-61D7-DED3-BE7E-692D24086C99}"/>
                </a:ext>
              </a:extLst>
            </p:cNvPr>
            <p:cNvSpPr/>
            <p:nvPr/>
          </p:nvSpPr>
          <p:spPr>
            <a:xfrm>
              <a:off x="11202109" y="1684692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6B9AC4"/>
            </a:solidFill>
            <a:ln w="82550">
              <a:solidFill>
                <a:srgbClr val="6B9A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183" name="Rounded Rectangle 182">
              <a:extLst>
                <a:ext uri="{FF2B5EF4-FFF2-40B4-BE49-F238E27FC236}">
                  <a16:creationId xmlns:a16="http://schemas.microsoft.com/office/drawing/2014/main" id="{DF21C341-5C04-1C4E-903D-4C60B750D052}"/>
                </a:ext>
              </a:extLst>
            </p:cNvPr>
            <p:cNvSpPr/>
            <p:nvPr/>
          </p:nvSpPr>
          <p:spPr>
            <a:xfrm>
              <a:off x="11202109" y="2669081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6B9AC4"/>
            </a:solidFill>
            <a:ln w="82550">
              <a:solidFill>
                <a:srgbClr val="6B9A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C90C335B-B1D8-3879-79F7-C0AE8CD05CA3}"/>
              </a:ext>
            </a:extLst>
          </p:cNvPr>
          <p:cNvGrpSpPr/>
          <p:nvPr/>
        </p:nvGrpSpPr>
        <p:grpSpPr>
          <a:xfrm>
            <a:off x="9509100" y="3737962"/>
            <a:ext cx="2139950" cy="2210210"/>
            <a:chOff x="9509100" y="3737962"/>
            <a:chExt cx="2139950" cy="2210210"/>
          </a:xfrm>
        </p:grpSpPr>
        <p:sp>
          <p:nvSpPr>
            <p:cNvPr id="210" name="Rounded Rectangle 209">
              <a:extLst>
                <a:ext uri="{FF2B5EF4-FFF2-40B4-BE49-F238E27FC236}">
                  <a16:creationId xmlns:a16="http://schemas.microsoft.com/office/drawing/2014/main" id="{84AE6410-698E-7A71-F95D-2B2BA7EF9793}"/>
                </a:ext>
              </a:extLst>
            </p:cNvPr>
            <p:cNvSpPr/>
            <p:nvPr/>
          </p:nvSpPr>
          <p:spPr>
            <a:xfrm>
              <a:off x="9509100" y="4615637"/>
              <a:ext cx="457200" cy="45720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cxnSp>
          <p:nvCxnSpPr>
            <p:cNvPr id="211" name="Elbow Connector 210">
              <a:extLst>
                <a:ext uri="{FF2B5EF4-FFF2-40B4-BE49-F238E27FC236}">
                  <a16:creationId xmlns:a16="http://schemas.microsoft.com/office/drawing/2014/main" id="{5B3A6576-715A-0725-1F33-BB0F04650FED}"/>
                </a:ext>
              </a:extLst>
            </p:cNvPr>
            <p:cNvCxnSpPr>
              <a:cxnSpLocks/>
              <a:stCxn id="217" idx="1"/>
              <a:endCxn id="210" idx="3"/>
            </p:cNvCxnSpPr>
            <p:nvPr/>
          </p:nvCxnSpPr>
          <p:spPr>
            <a:xfrm rot="10800000" flipV="1">
              <a:off x="9966300" y="4147007"/>
              <a:ext cx="370810" cy="697230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" name="Elbow Connector 211">
              <a:extLst>
                <a:ext uri="{FF2B5EF4-FFF2-40B4-BE49-F238E27FC236}">
                  <a16:creationId xmlns:a16="http://schemas.microsoft.com/office/drawing/2014/main" id="{8A357527-FEFD-B939-4B53-FBF1BD5C44F2}"/>
                </a:ext>
              </a:extLst>
            </p:cNvPr>
            <p:cNvCxnSpPr>
              <a:cxnSpLocks/>
              <a:stCxn id="218" idx="1"/>
              <a:endCxn id="210" idx="3"/>
            </p:cNvCxnSpPr>
            <p:nvPr/>
          </p:nvCxnSpPr>
          <p:spPr>
            <a:xfrm rot="10800000">
              <a:off x="9966300" y="4844238"/>
              <a:ext cx="370810" cy="697229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7" name="Rounded Rectangle 216">
              <a:extLst>
                <a:ext uri="{FF2B5EF4-FFF2-40B4-BE49-F238E27FC236}">
                  <a16:creationId xmlns:a16="http://schemas.microsoft.com/office/drawing/2014/main" id="{916FA08E-3751-1E18-670E-79739BD421A0}"/>
                </a:ext>
              </a:extLst>
            </p:cNvPr>
            <p:cNvSpPr/>
            <p:nvPr/>
          </p:nvSpPr>
          <p:spPr>
            <a:xfrm>
              <a:off x="10337110" y="3978254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18" name="Rounded Rectangle 217">
              <a:extLst>
                <a:ext uri="{FF2B5EF4-FFF2-40B4-BE49-F238E27FC236}">
                  <a16:creationId xmlns:a16="http://schemas.microsoft.com/office/drawing/2014/main" id="{A6106B79-49A1-9AD5-9002-537B80A21C65}"/>
                </a:ext>
              </a:extLst>
            </p:cNvPr>
            <p:cNvSpPr/>
            <p:nvPr/>
          </p:nvSpPr>
          <p:spPr>
            <a:xfrm>
              <a:off x="10337110" y="5372713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19" name="Elbow Connector 218">
              <a:extLst>
                <a:ext uri="{FF2B5EF4-FFF2-40B4-BE49-F238E27FC236}">
                  <a16:creationId xmlns:a16="http://schemas.microsoft.com/office/drawing/2014/main" id="{B563EFFA-635F-E26A-355E-759178C87120}"/>
                </a:ext>
              </a:extLst>
            </p:cNvPr>
            <p:cNvCxnSpPr>
              <a:cxnSpLocks/>
              <a:stCxn id="216" idx="1"/>
              <a:endCxn id="217" idx="3"/>
            </p:cNvCxnSpPr>
            <p:nvPr/>
          </p:nvCxnSpPr>
          <p:spPr>
            <a:xfrm rot="10800000" flipV="1">
              <a:off x="10667495" y="3819877"/>
              <a:ext cx="326419" cy="327130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" name="Elbow Connector 219">
              <a:extLst>
                <a:ext uri="{FF2B5EF4-FFF2-40B4-BE49-F238E27FC236}">
                  <a16:creationId xmlns:a16="http://schemas.microsoft.com/office/drawing/2014/main" id="{753340D7-367C-B7F1-D561-681D85902584}"/>
                </a:ext>
              </a:extLst>
            </p:cNvPr>
            <p:cNvCxnSpPr>
              <a:cxnSpLocks/>
              <a:stCxn id="215" idx="1"/>
              <a:endCxn id="217" idx="3"/>
            </p:cNvCxnSpPr>
            <p:nvPr/>
          </p:nvCxnSpPr>
          <p:spPr>
            <a:xfrm rot="10800000">
              <a:off x="10667495" y="4147008"/>
              <a:ext cx="326419" cy="32479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1" name="Elbow Connector 220">
              <a:extLst>
                <a:ext uri="{FF2B5EF4-FFF2-40B4-BE49-F238E27FC236}">
                  <a16:creationId xmlns:a16="http://schemas.microsoft.com/office/drawing/2014/main" id="{111E4C36-AA82-2673-128A-7A7B213167B0}"/>
                </a:ext>
              </a:extLst>
            </p:cNvPr>
            <p:cNvCxnSpPr>
              <a:cxnSpLocks/>
              <a:stCxn id="213" idx="1"/>
              <a:endCxn id="218" idx="3"/>
            </p:cNvCxnSpPr>
            <p:nvPr/>
          </p:nvCxnSpPr>
          <p:spPr>
            <a:xfrm rot="10800000">
              <a:off x="10667495" y="5541467"/>
              <a:ext cx="330465" cy="32479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2" name="Elbow Connector 221">
              <a:extLst>
                <a:ext uri="{FF2B5EF4-FFF2-40B4-BE49-F238E27FC236}">
                  <a16:creationId xmlns:a16="http://schemas.microsoft.com/office/drawing/2014/main" id="{B22FA2A1-39C9-3B04-576F-847B75027B1B}"/>
                </a:ext>
              </a:extLst>
            </p:cNvPr>
            <p:cNvCxnSpPr>
              <a:cxnSpLocks/>
              <a:stCxn id="214" idx="1"/>
              <a:endCxn id="218" idx="3"/>
            </p:cNvCxnSpPr>
            <p:nvPr/>
          </p:nvCxnSpPr>
          <p:spPr>
            <a:xfrm rot="10800000" flipV="1">
              <a:off x="10667495" y="5213808"/>
              <a:ext cx="330465" cy="327658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5" name="Elbow Connector 224">
              <a:extLst>
                <a:ext uri="{FF2B5EF4-FFF2-40B4-BE49-F238E27FC236}">
                  <a16:creationId xmlns:a16="http://schemas.microsoft.com/office/drawing/2014/main" id="{BF674126-5736-B293-CDB6-42D47EB46BC4}"/>
                </a:ext>
              </a:extLst>
            </p:cNvPr>
            <p:cNvCxnSpPr>
              <a:cxnSpLocks/>
              <a:stCxn id="233" idx="1"/>
              <a:endCxn id="215" idx="3"/>
            </p:cNvCxnSpPr>
            <p:nvPr/>
          </p:nvCxnSpPr>
          <p:spPr>
            <a:xfrm rot="10800000" flipV="1">
              <a:off x="11155748" y="4310836"/>
              <a:ext cx="331469" cy="16096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6" name="Elbow Connector 225">
              <a:extLst>
                <a:ext uri="{FF2B5EF4-FFF2-40B4-BE49-F238E27FC236}">
                  <a16:creationId xmlns:a16="http://schemas.microsoft.com/office/drawing/2014/main" id="{1E647988-FAC1-65F9-CBC5-8217B2F26B3C}"/>
                </a:ext>
              </a:extLst>
            </p:cNvPr>
            <p:cNvCxnSpPr>
              <a:cxnSpLocks/>
              <a:stCxn id="234" idx="1"/>
              <a:endCxn id="215" idx="3"/>
            </p:cNvCxnSpPr>
            <p:nvPr/>
          </p:nvCxnSpPr>
          <p:spPr>
            <a:xfrm rot="10800000">
              <a:off x="11155748" y="4471799"/>
              <a:ext cx="331469" cy="16532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7" name="Elbow Connector 226">
              <a:extLst>
                <a:ext uri="{FF2B5EF4-FFF2-40B4-BE49-F238E27FC236}">
                  <a16:creationId xmlns:a16="http://schemas.microsoft.com/office/drawing/2014/main" id="{1547B395-B5AA-A87F-3BF4-FC18D5108976}"/>
                </a:ext>
              </a:extLst>
            </p:cNvPr>
            <p:cNvCxnSpPr>
              <a:cxnSpLocks/>
              <a:stCxn id="235" idx="1"/>
              <a:endCxn id="214" idx="3"/>
            </p:cNvCxnSpPr>
            <p:nvPr/>
          </p:nvCxnSpPr>
          <p:spPr>
            <a:xfrm rot="10800000" flipV="1">
              <a:off x="11159794" y="5048564"/>
              <a:ext cx="327423" cy="165244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8" name="Elbow Connector 227">
              <a:extLst>
                <a:ext uri="{FF2B5EF4-FFF2-40B4-BE49-F238E27FC236}">
                  <a16:creationId xmlns:a16="http://schemas.microsoft.com/office/drawing/2014/main" id="{D5B9A234-11BD-E621-511E-0A31BDCB6E71}"/>
                </a:ext>
              </a:extLst>
            </p:cNvPr>
            <p:cNvCxnSpPr>
              <a:cxnSpLocks/>
              <a:stCxn id="236" idx="1"/>
              <a:endCxn id="214" idx="3"/>
            </p:cNvCxnSpPr>
            <p:nvPr/>
          </p:nvCxnSpPr>
          <p:spPr>
            <a:xfrm rot="10800000">
              <a:off x="11159794" y="5213808"/>
              <a:ext cx="327423" cy="163830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3" name="Rounded Rectangle 232">
              <a:extLst>
                <a:ext uri="{FF2B5EF4-FFF2-40B4-BE49-F238E27FC236}">
                  <a16:creationId xmlns:a16="http://schemas.microsoft.com/office/drawing/2014/main" id="{96456B89-D18C-70DA-96BC-17F928913850}"/>
                </a:ext>
              </a:extLst>
            </p:cNvPr>
            <p:cNvSpPr/>
            <p:nvPr/>
          </p:nvSpPr>
          <p:spPr>
            <a:xfrm>
              <a:off x="11487216" y="4228921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97D8C4"/>
            </a:solidFill>
            <a:ln w="82550">
              <a:solidFill>
                <a:srgbClr val="97D8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34" name="Rounded Rectangle 233">
              <a:extLst>
                <a:ext uri="{FF2B5EF4-FFF2-40B4-BE49-F238E27FC236}">
                  <a16:creationId xmlns:a16="http://schemas.microsoft.com/office/drawing/2014/main" id="{637F8356-9684-0BDC-88A3-7B746F236E31}"/>
                </a:ext>
              </a:extLst>
            </p:cNvPr>
            <p:cNvSpPr/>
            <p:nvPr/>
          </p:nvSpPr>
          <p:spPr>
            <a:xfrm>
              <a:off x="11487216" y="4555204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4059AD"/>
            </a:solidFill>
            <a:ln w="82550">
              <a:solidFill>
                <a:srgbClr val="4059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35" name="Rounded Rectangle 234">
              <a:extLst>
                <a:ext uri="{FF2B5EF4-FFF2-40B4-BE49-F238E27FC236}">
                  <a16:creationId xmlns:a16="http://schemas.microsoft.com/office/drawing/2014/main" id="{F6484EDF-DE90-529B-C400-BFE1593E99F0}"/>
                </a:ext>
              </a:extLst>
            </p:cNvPr>
            <p:cNvSpPr/>
            <p:nvPr/>
          </p:nvSpPr>
          <p:spPr>
            <a:xfrm>
              <a:off x="11487216" y="4966649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97D8C4"/>
            </a:solidFill>
            <a:ln w="82550">
              <a:solidFill>
                <a:srgbClr val="97D8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36" name="Rounded Rectangle 235">
              <a:extLst>
                <a:ext uri="{FF2B5EF4-FFF2-40B4-BE49-F238E27FC236}">
                  <a16:creationId xmlns:a16="http://schemas.microsoft.com/office/drawing/2014/main" id="{4861BB1B-AB72-A627-8542-BD220C2EC8DA}"/>
                </a:ext>
              </a:extLst>
            </p:cNvPr>
            <p:cNvSpPr/>
            <p:nvPr/>
          </p:nvSpPr>
          <p:spPr>
            <a:xfrm>
              <a:off x="11487216" y="5295723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4059AD"/>
            </a:solidFill>
            <a:ln w="82550">
              <a:solidFill>
                <a:srgbClr val="4059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13" name="Rounded Rectangle 212">
              <a:extLst>
                <a:ext uri="{FF2B5EF4-FFF2-40B4-BE49-F238E27FC236}">
                  <a16:creationId xmlns:a16="http://schemas.microsoft.com/office/drawing/2014/main" id="{633DA13E-0CED-0932-F33F-5BEA42243F14}"/>
                </a:ext>
              </a:extLst>
            </p:cNvPr>
            <p:cNvSpPr/>
            <p:nvPr/>
          </p:nvSpPr>
          <p:spPr>
            <a:xfrm>
              <a:off x="10997959" y="5784342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4059AD"/>
            </a:solidFill>
            <a:ln w="82550">
              <a:solidFill>
                <a:srgbClr val="4059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14" name="Rounded Rectangle 213">
              <a:extLst>
                <a:ext uri="{FF2B5EF4-FFF2-40B4-BE49-F238E27FC236}">
                  <a16:creationId xmlns:a16="http://schemas.microsoft.com/office/drawing/2014/main" id="{A83A0A98-875E-611A-A8F8-97F64120068D}"/>
                </a:ext>
              </a:extLst>
            </p:cNvPr>
            <p:cNvSpPr/>
            <p:nvPr/>
          </p:nvSpPr>
          <p:spPr>
            <a:xfrm>
              <a:off x="10997959" y="5131893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15" name="Rounded Rectangle 214">
              <a:extLst>
                <a:ext uri="{FF2B5EF4-FFF2-40B4-BE49-F238E27FC236}">
                  <a16:creationId xmlns:a16="http://schemas.microsoft.com/office/drawing/2014/main" id="{8386CF55-1EC3-864B-F24C-D723D3F11463}"/>
                </a:ext>
              </a:extLst>
            </p:cNvPr>
            <p:cNvSpPr/>
            <p:nvPr/>
          </p:nvSpPr>
          <p:spPr>
            <a:xfrm>
              <a:off x="10993913" y="4389883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16" name="Rounded Rectangle 215">
              <a:extLst>
                <a:ext uri="{FF2B5EF4-FFF2-40B4-BE49-F238E27FC236}">
                  <a16:creationId xmlns:a16="http://schemas.microsoft.com/office/drawing/2014/main" id="{4DD55EE1-4233-39D2-C868-A41C5D498E3C}"/>
                </a:ext>
              </a:extLst>
            </p:cNvPr>
            <p:cNvSpPr/>
            <p:nvPr/>
          </p:nvSpPr>
          <p:spPr>
            <a:xfrm>
              <a:off x="10993913" y="3737962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97D8C4"/>
            </a:solidFill>
            <a:ln w="82550">
              <a:solidFill>
                <a:srgbClr val="97D8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C8E89887-D0B1-9091-9A25-0E682670CEA1}"/>
              </a:ext>
            </a:extLst>
          </p:cNvPr>
          <p:cNvGrpSpPr/>
          <p:nvPr/>
        </p:nvGrpSpPr>
        <p:grpSpPr>
          <a:xfrm>
            <a:off x="2551936" y="486859"/>
            <a:ext cx="3038298" cy="5330221"/>
            <a:chOff x="2775207" y="653521"/>
            <a:chExt cx="3038298" cy="5330221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E108324-EA86-FE49-B997-05714CCE90D0}"/>
                </a:ext>
              </a:extLst>
            </p:cNvPr>
            <p:cNvSpPr/>
            <p:nvPr/>
          </p:nvSpPr>
          <p:spPr>
            <a:xfrm>
              <a:off x="3673555" y="1696968"/>
              <a:ext cx="457200" cy="45720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cxnSp>
          <p:nvCxnSpPr>
            <p:cNvPr id="15" name="Elbow Connector 14">
              <a:extLst>
                <a:ext uri="{FF2B5EF4-FFF2-40B4-BE49-F238E27FC236}">
                  <a16:creationId xmlns:a16="http://schemas.microsoft.com/office/drawing/2014/main" id="{9B3E7F86-2713-0728-A62E-068AA41178B7}"/>
                </a:ext>
              </a:extLst>
            </p:cNvPr>
            <p:cNvCxnSpPr>
              <a:cxnSpLocks/>
              <a:stCxn id="60" idx="1"/>
              <a:endCxn id="13" idx="3"/>
            </p:cNvCxnSpPr>
            <p:nvPr/>
          </p:nvCxnSpPr>
          <p:spPr>
            <a:xfrm rot="10800000" flipV="1">
              <a:off x="4130755" y="1229212"/>
              <a:ext cx="370810" cy="696355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2F52872C-150B-20F3-07E9-D265C804096A}"/>
                </a:ext>
              </a:extLst>
            </p:cNvPr>
            <p:cNvCxnSpPr>
              <a:cxnSpLocks/>
              <a:stCxn id="61" idx="1"/>
              <a:endCxn id="13" idx="3"/>
            </p:cNvCxnSpPr>
            <p:nvPr/>
          </p:nvCxnSpPr>
          <p:spPr>
            <a:xfrm rot="10800000">
              <a:off x="4130755" y="1925568"/>
              <a:ext cx="370810" cy="692306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6DFE0D47-45AA-428D-5A28-761F318165FD}"/>
                </a:ext>
              </a:extLst>
            </p:cNvPr>
            <p:cNvSpPr/>
            <p:nvPr/>
          </p:nvSpPr>
          <p:spPr>
            <a:xfrm>
              <a:off x="3673555" y="4485886"/>
              <a:ext cx="457200" cy="45720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1E8D055B-689F-3488-985A-BD35DF11B208}"/>
                </a:ext>
              </a:extLst>
            </p:cNvPr>
            <p:cNvCxnSpPr>
              <a:cxnSpLocks/>
              <a:stCxn id="62" idx="1"/>
              <a:endCxn id="21" idx="3"/>
            </p:cNvCxnSpPr>
            <p:nvPr/>
          </p:nvCxnSpPr>
          <p:spPr>
            <a:xfrm rot="10800000" flipV="1">
              <a:off x="4130755" y="4017256"/>
              <a:ext cx="370810" cy="697230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5C6C9601-B125-8C99-7EB5-7DA61E78652D}"/>
                </a:ext>
              </a:extLst>
            </p:cNvPr>
            <p:cNvCxnSpPr>
              <a:cxnSpLocks/>
              <a:stCxn id="63" idx="1"/>
              <a:endCxn id="21" idx="3"/>
            </p:cNvCxnSpPr>
            <p:nvPr/>
          </p:nvCxnSpPr>
          <p:spPr>
            <a:xfrm rot="10800000">
              <a:off x="4130755" y="4714487"/>
              <a:ext cx="370810" cy="697229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7F4F2B7-CE3E-7229-4EF4-AFD58D7D5CE9}"/>
                </a:ext>
              </a:extLst>
            </p:cNvPr>
            <p:cNvSpPr/>
            <p:nvPr/>
          </p:nvSpPr>
          <p:spPr>
            <a:xfrm>
              <a:off x="2775207" y="3091427"/>
              <a:ext cx="457200" cy="45720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338CA6B1-00D3-389D-9881-50C44265C91D}"/>
                </a:ext>
              </a:extLst>
            </p:cNvPr>
            <p:cNvCxnSpPr>
              <a:cxnSpLocks/>
              <a:stCxn id="13" idx="1"/>
              <a:endCxn id="24" idx="3"/>
            </p:cNvCxnSpPr>
            <p:nvPr/>
          </p:nvCxnSpPr>
          <p:spPr>
            <a:xfrm rot="10800000" flipV="1">
              <a:off x="3232407" y="1925567"/>
              <a:ext cx="441148" cy="1394459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85A98ACA-F776-86A6-7618-9773CE800943}"/>
                </a:ext>
              </a:extLst>
            </p:cNvPr>
            <p:cNvCxnSpPr>
              <a:cxnSpLocks/>
              <a:stCxn id="21" idx="1"/>
              <a:endCxn id="24" idx="3"/>
            </p:cNvCxnSpPr>
            <p:nvPr/>
          </p:nvCxnSpPr>
          <p:spPr>
            <a:xfrm rot="10800000">
              <a:off x="3232407" y="3320028"/>
              <a:ext cx="441148" cy="1394459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2162D386-91E1-2CD2-47C2-34F9810E7C70}"/>
                </a:ext>
              </a:extLst>
            </p:cNvPr>
            <p:cNvSpPr/>
            <p:nvPr/>
          </p:nvSpPr>
          <p:spPr>
            <a:xfrm>
              <a:off x="5162414" y="5654591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A0F3578C-1040-3FA5-95FE-E0EDCE9497C7}"/>
                </a:ext>
              </a:extLst>
            </p:cNvPr>
            <p:cNvSpPr/>
            <p:nvPr/>
          </p:nvSpPr>
          <p:spPr>
            <a:xfrm>
              <a:off x="4501565" y="1060460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F98161B7-9293-E6B6-07BE-0771AF2025E2}"/>
                </a:ext>
              </a:extLst>
            </p:cNvPr>
            <p:cNvSpPr/>
            <p:nvPr/>
          </p:nvSpPr>
          <p:spPr>
            <a:xfrm>
              <a:off x="4501565" y="2449121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175AE05A-F111-00EC-CFD0-FF30838B1260}"/>
                </a:ext>
              </a:extLst>
            </p:cNvPr>
            <p:cNvSpPr/>
            <p:nvPr/>
          </p:nvSpPr>
          <p:spPr>
            <a:xfrm>
              <a:off x="4501565" y="3848503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CAFEEEDE-8101-902C-91AA-CE53C9FF43E0}"/>
                </a:ext>
              </a:extLst>
            </p:cNvPr>
            <p:cNvSpPr/>
            <p:nvPr/>
          </p:nvSpPr>
          <p:spPr>
            <a:xfrm>
              <a:off x="4501565" y="5242962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64" name="Elbow Connector 63">
              <a:extLst>
                <a:ext uri="{FF2B5EF4-FFF2-40B4-BE49-F238E27FC236}">
                  <a16:creationId xmlns:a16="http://schemas.microsoft.com/office/drawing/2014/main" id="{8FA481C1-7B0F-92D8-0B39-69AB0205B9B3}"/>
                </a:ext>
              </a:extLst>
            </p:cNvPr>
            <p:cNvCxnSpPr>
              <a:cxnSpLocks/>
              <a:stCxn id="59" idx="1"/>
              <a:endCxn id="60" idx="3"/>
            </p:cNvCxnSpPr>
            <p:nvPr/>
          </p:nvCxnSpPr>
          <p:spPr>
            <a:xfrm rot="10800000" flipV="1">
              <a:off x="4831950" y="900677"/>
              <a:ext cx="326419" cy="328535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Elbow Connector 70">
              <a:extLst>
                <a:ext uri="{FF2B5EF4-FFF2-40B4-BE49-F238E27FC236}">
                  <a16:creationId xmlns:a16="http://schemas.microsoft.com/office/drawing/2014/main" id="{DE92BEFC-8CCF-4778-C698-6D584CFF27EA}"/>
                </a:ext>
              </a:extLst>
            </p:cNvPr>
            <p:cNvCxnSpPr>
              <a:cxnSpLocks/>
              <a:stCxn id="58" idx="1"/>
              <a:endCxn id="60" idx="3"/>
            </p:cNvCxnSpPr>
            <p:nvPr/>
          </p:nvCxnSpPr>
          <p:spPr>
            <a:xfrm rot="10800000">
              <a:off x="4831950" y="1229213"/>
              <a:ext cx="326419" cy="323916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Elbow Connector 71">
              <a:extLst>
                <a:ext uri="{FF2B5EF4-FFF2-40B4-BE49-F238E27FC236}">
                  <a16:creationId xmlns:a16="http://schemas.microsoft.com/office/drawing/2014/main" id="{39065773-CBCA-F44A-B213-F20830631233}"/>
                </a:ext>
              </a:extLst>
            </p:cNvPr>
            <p:cNvCxnSpPr>
              <a:cxnSpLocks/>
              <a:stCxn id="57" idx="1"/>
              <a:endCxn id="61" idx="3"/>
            </p:cNvCxnSpPr>
            <p:nvPr/>
          </p:nvCxnSpPr>
          <p:spPr>
            <a:xfrm rot="10800000" flipV="1">
              <a:off x="4831950" y="2295136"/>
              <a:ext cx="326419" cy="322737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" name="Elbow Connector 72">
              <a:extLst>
                <a:ext uri="{FF2B5EF4-FFF2-40B4-BE49-F238E27FC236}">
                  <a16:creationId xmlns:a16="http://schemas.microsoft.com/office/drawing/2014/main" id="{40BCECCE-6752-7430-0F63-5BF5F8F92D35}"/>
                </a:ext>
              </a:extLst>
            </p:cNvPr>
            <p:cNvCxnSpPr>
              <a:cxnSpLocks/>
              <a:stCxn id="61" idx="3"/>
              <a:endCxn id="56" idx="1"/>
            </p:cNvCxnSpPr>
            <p:nvPr/>
          </p:nvCxnSpPr>
          <p:spPr>
            <a:xfrm>
              <a:off x="4831949" y="2617874"/>
              <a:ext cx="326419" cy="329714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Elbow Connector 73">
              <a:extLst>
                <a:ext uri="{FF2B5EF4-FFF2-40B4-BE49-F238E27FC236}">
                  <a16:creationId xmlns:a16="http://schemas.microsoft.com/office/drawing/2014/main" id="{08DA69A8-156C-8080-755A-388BFF1125AA}"/>
                </a:ext>
              </a:extLst>
            </p:cNvPr>
            <p:cNvCxnSpPr>
              <a:cxnSpLocks/>
              <a:stCxn id="55" idx="1"/>
              <a:endCxn id="62" idx="3"/>
            </p:cNvCxnSpPr>
            <p:nvPr/>
          </p:nvCxnSpPr>
          <p:spPr>
            <a:xfrm rot="10800000" flipV="1">
              <a:off x="4831950" y="3690126"/>
              <a:ext cx="326419" cy="327130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ADE7F86C-52EC-26AF-6B25-C2EE00F9DAA7}"/>
                </a:ext>
              </a:extLst>
            </p:cNvPr>
            <p:cNvCxnSpPr>
              <a:cxnSpLocks/>
              <a:stCxn id="54" idx="1"/>
              <a:endCxn id="62" idx="3"/>
            </p:cNvCxnSpPr>
            <p:nvPr/>
          </p:nvCxnSpPr>
          <p:spPr>
            <a:xfrm rot="10800000">
              <a:off x="4831950" y="4017257"/>
              <a:ext cx="326419" cy="32479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75F9D792-1449-526E-AFB0-8F21DD279D18}"/>
                </a:ext>
              </a:extLst>
            </p:cNvPr>
            <p:cNvCxnSpPr>
              <a:cxnSpLocks/>
              <a:stCxn id="38" idx="1"/>
              <a:endCxn id="59" idx="3"/>
            </p:cNvCxnSpPr>
            <p:nvPr/>
          </p:nvCxnSpPr>
          <p:spPr>
            <a:xfrm rot="10800000" flipV="1">
              <a:off x="5320203" y="735436"/>
              <a:ext cx="331469" cy="16524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Elbow Connector 76">
              <a:extLst>
                <a:ext uri="{FF2B5EF4-FFF2-40B4-BE49-F238E27FC236}">
                  <a16:creationId xmlns:a16="http://schemas.microsoft.com/office/drawing/2014/main" id="{88D194F4-84B0-C6C3-F089-8D6E4AC4BE7D}"/>
                </a:ext>
              </a:extLst>
            </p:cNvPr>
            <p:cNvCxnSpPr>
              <a:cxnSpLocks/>
              <a:stCxn id="37" idx="1"/>
              <a:endCxn id="59" idx="3"/>
            </p:cNvCxnSpPr>
            <p:nvPr/>
          </p:nvCxnSpPr>
          <p:spPr>
            <a:xfrm rot="10800000">
              <a:off x="5320203" y="900679"/>
              <a:ext cx="331469" cy="16383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Elbow Connector 77">
              <a:extLst>
                <a:ext uri="{FF2B5EF4-FFF2-40B4-BE49-F238E27FC236}">
                  <a16:creationId xmlns:a16="http://schemas.microsoft.com/office/drawing/2014/main" id="{9399440F-9BEF-CF61-0ADF-AB3838D6CE1A}"/>
                </a:ext>
              </a:extLst>
            </p:cNvPr>
            <p:cNvCxnSpPr>
              <a:cxnSpLocks/>
              <a:stCxn id="33" idx="1"/>
              <a:endCxn id="58" idx="3"/>
            </p:cNvCxnSpPr>
            <p:nvPr/>
          </p:nvCxnSpPr>
          <p:spPr>
            <a:xfrm rot="10800000" flipV="1">
              <a:off x="5320203" y="1392167"/>
              <a:ext cx="331469" cy="16096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Elbow Connector 78">
              <a:extLst>
                <a:ext uri="{FF2B5EF4-FFF2-40B4-BE49-F238E27FC236}">
                  <a16:creationId xmlns:a16="http://schemas.microsoft.com/office/drawing/2014/main" id="{B6CD6D0A-45A2-1661-99DE-F019EC89415D}"/>
                </a:ext>
              </a:extLst>
            </p:cNvPr>
            <p:cNvCxnSpPr>
              <a:cxnSpLocks/>
              <a:stCxn id="39" idx="1"/>
              <a:endCxn id="58" idx="3"/>
            </p:cNvCxnSpPr>
            <p:nvPr/>
          </p:nvCxnSpPr>
          <p:spPr>
            <a:xfrm rot="10800000">
              <a:off x="5320203" y="1553129"/>
              <a:ext cx="331469" cy="166696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Elbow Connector 79">
              <a:extLst>
                <a:ext uri="{FF2B5EF4-FFF2-40B4-BE49-F238E27FC236}">
                  <a16:creationId xmlns:a16="http://schemas.microsoft.com/office/drawing/2014/main" id="{E6DF1736-F2A8-5B1E-D8E5-AA1B83C5C511}"/>
                </a:ext>
              </a:extLst>
            </p:cNvPr>
            <p:cNvCxnSpPr>
              <a:cxnSpLocks/>
              <a:stCxn id="40" idx="1"/>
              <a:endCxn id="57" idx="3"/>
            </p:cNvCxnSpPr>
            <p:nvPr/>
          </p:nvCxnSpPr>
          <p:spPr>
            <a:xfrm rot="10800000" flipV="1">
              <a:off x="5320203" y="2129895"/>
              <a:ext cx="331469" cy="16524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Elbow Connector 80">
              <a:extLst>
                <a:ext uri="{FF2B5EF4-FFF2-40B4-BE49-F238E27FC236}">
                  <a16:creationId xmlns:a16="http://schemas.microsoft.com/office/drawing/2014/main" id="{46E8CCD3-0AA5-C77A-FAAF-FCEDB55C4C68}"/>
                </a:ext>
              </a:extLst>
            </p:cNvPr>
            <p:cNvCxnSpPr>
              <a:cxnSpLocks/>
              <a:stCxn id="41" idx="1"/>
              <a:endCxn id="57" idx="3"/>
            </p:cNvCxnSpPr>
            <p:nvPr/>
          </p:nvCxnSpPr>
          <p:spPr>
            <a:xfrm rot="10800000">
              <a:off x="5320203" y="2295137"/>
              <a:ext cx="331469" cy="163830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Elbow Connector 81">
              <a:extLst>
                <a:ext uri="{FF2B5EF4-FFF2-40B4-BE49-F238E27FC236}">
                  <a16:creationId xmlns:a16="http://schemas.microsoft.com/office/drawing/2014/main" id="{6D1A9F4A-A307-24B2-2A5D-654FFF4A3E1C}"/>
                </a:ext>
              </a:extLst>
            </p:cNvPr>
            <p:cNvCxnSpPr>
              <a:cxnSpLocks/>
              <a:stCxn id="42" idx="1"/>
              <a:endCxn id="56" idx="3"/>
            </p:cNvCxnSpPr>
            <p:nvPr/>
          </p:nvCxnSpPr>
          <p:spPr>
            <a:xfrm rot="10800000" flipV="1">
              <a:off x="5320203" y="2786626"/>
              <a:ext cx="331469" cy="16096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" name="Elbow Connector 82">
              <a:extLst>
                <a:ext uri="{FF2B5EF4-FFF2-40B4-BE49-F238E27FC236}">
                  <a16:creationId xmlns:a16="http://schemas.microsoft.com/office/drawing/2014/main" id="{9B8D9F25-6F45-2C39-3080-1E3BD3A0C5D3}"/>
                </a:ext>
              </a:extLst>
            </p:cNvPr>
            <p:cNvCxnSpPr>
              <a:cxnSpLocks/>
              <a:stCxn id="43" idx="1"/>
              <a:endCxn id="56" idx="3"/>
            </p:cNvCxnSpPr>
            <p:nvPr/>
          </p:nvCxnSpPr>
          <p:spPr>
            <a:xfrm rot="10800000">
              <a:off x="5320203" y="2947588"/>
              <a:ext cx="331469" cy="166696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F558ECF8-3E47-0DF4-610B-5E0E6B8AA949}"/>
                </a:ext>
              </a:extLst>
            </p:cNvPr>
            <p:cNvCxnSpPr>
              <a:cxnSpLocks/>
              <a:stCxn id="52" idx="1"/>
              <a:endCxn id="63" idx="3"/>
            </p:cNvCxnSpPr>
            <p:nvPr/>
          </p:nvCxnSpPr>
          <p:spPr>
            <a:xfrm rot="10800000">
              <a:off x="4831950" y="5411716"/>
              <a:ext cx="330465" cy="32479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Elbow Connector 84">
              <a:extLst>
                <a:ext uri="{FF2B5EF4-FFF2-40B4-BE49-F238E27FC236}">
                  <a16:creationId xmlns:a16="http://schemas.microsoft.com/office/drawing/2014/main" id="{E4AD1EF2-533C-C5F7-8614-CCAA51A09780}"/>
                </a:ext>
              </a:extLst>
            </p:cNvPr>
            <p:cNvCxnSpPr>
              <a:cxnSpLocks/>
              <a:stCxn id="53" idx="1"/>
              <a:endCxn id="63" idx="3"/>
            </p:cNvCxnSpPr>
            <p:nvPr/>
          </p:nvCxnSpPr>
          <p:spPr>
            <a:xfrm rot="10800000" flipV="1">
              <a:off x="4831950" y="5084057"/>
              <a:ext cx="330465" cy="327658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Elbow Connector 115">
              <a:extLst>
                <a:ext uri="{FF2B5EF4-FFF2-40B4-BE49-F238E27FC236}">
                  <a16:creationId xmlns:a16="http://schemas.microsoft.com/office/drawing/2014/main" id="{DFFA27AC-6204-D9BB-6BFD-BB685981A100}"/>
                </a:ext>
              </a:extLst>
            </p:cNvPr>
            <p:cNvCxnSpPr>
              <a:cxnSpLocks/>
              <a:stCxn id="44" idx="1"/>
              <a:endCxn id="55" idx="3"/>
            </p:cNvCxnSpPr>
            <p:nvPr/>
          </p:nvCxnSpPr>
          <p:spPr>
            <a:xfrm rot="10800000" flipV="1">
              <a:off x="5320203" y="3524354"/>
              <a:ext cx="331469" cy="16577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Elbow Connector 116">
              <a:extLst>
                <a:ext uri="{FF2B5EF4-FFF2-40B4-BE49-F238E27FC236}">
                  <a16:creationId xmlns:a16="http://schemas.microsoft.com/office/drawing/2014/main" id="{BD838C52-33D6-45B7-AA82-E0DFA42FF307}"/>
                </a:ext>
              </a:extLst>
            </p:cNvPr>
            <p:cNvCxnSpPr>
              <a:cxnSpLocks/>
              <a:stCxn id="45" idx="1"/>
              <a:endCxn id="55" idx="3"/>
            </p:cNvCxnSpPr>
            <p:nvPr/>
          </p:nvCxnSpPr>
          <p:spPr>
            <a:xfrm rot="10800000">
              <a:off x="5320203" y="3690126"/>
              <a:ext cx="331469" cy="163300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Elbow Connector 123">
              <a:extLst>
                <a:ext uri="{FF2B5EF4-FFF2-40B4-BE49-F238E27FC236}">
                  <a16:creationId xmlns:a16="http://schemas.microsoft.com/office/drawing/2014/main" id="{102E53CF-B323-56ED-46AF-34CD73A202E9}"/>
                </a:ext>
              </a:extLst>
            </p:cNvPr>
            <p:cNvCxnSpPr>
              <a:cxnSpLocks/>
              <a:stCxn id="46" idx="1"/>
              <a:endCxn id="54" idx="3"/>
            </p:cNvCxnSpPr>
            <p:nvPr/>
          </p:nvCxnSpPr>
          <p:spPr>
            <a:xfrm rot="10800000" flipV="1">
              <a:off x="5320203" y="4181085"/>
              <a:ext cx="331469" cy="16096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Elbow Connector 124">
              <a:extLst>
                <a:ext uri="{FF2B5EF4-FFF2-40B4-BE49-F238E27FC236}">
                  <a16:creationId xmlns:a16="http://schemas.microsoft.com/office/drawing/2014/main" id="{FA28B18E-0207-E403-8600-BA49F6683CF4}"/>
                </a:ext>
              </a:extLst>
            </p:cNvPr>
            <p:cNvCxnSpPr>
              <a:cxnSpLocks/>
              <a:stCxn id="47" idx="1"/>
              <a:endCxn id="54" idx="3"/>
            </p:cNvCxnSpPr>
            <p:nvPr/>
          </p:nvCxnSpPr>
          <p:spPr>
            <a:xfrm rot="10800000">
              <a:off x="5320203" y="4342048"/>
              <a:ext cx="331469" cy="16532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Elbow Connector 125">
              <a:extLst>
                <a:ext uri="{FF2B5EF4-FFF2-40B4-BE49-F238E27FC236}">
                  <a16:creationId xmlns:a16="http://schemas.microsoft.com/office/drawing/2014/main" id="{B0EAA703-9F55-99F5-3C33-CE5F5491B8AB}"/>
                </a:ext>
              </a:extLst>
            </p:cNvPr>
            <p:cNvCxnSpPr>
              <a:cxnSpLocks/>
              <a:stCxn id="48" idx="1"/>
              <a:endCxn id="53" idx="3"/>
            </p:cNvCxnSpPr>
            <p:nvPr/>
          </p:nvCxnSpPr>
          <p:spPr>
            <a:xfrm rot="10800000" flipV="1">
              <a:off x="5324249" y="4918813"/>
              <a:ext cx="327423" cy="165244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Elbow Connector 126">
              <a:extLst>
                <a:ext uri="{FF2B5EF4-FFF2-40B4-BE49-F238E27FC236}">
                  <a16:creationId xmlns:a16="http://schemas.microsoft.com/office/drawing/2014/main" id="{6455A40E-8D66-0D91-5F16-03F6177B8D75}"/>
                </a:ext>
              </a:extLst>
            </p:cNvPr>
            <p:cNvCxnSpPr>
              <a:cxnSpLocks/>
              <a:stCxn id="49" idx="1"/>
              <a:endCxn id="53" idx="3"/>
            </p:cNvCxnSpPr>
            <p:nvPr/>
          </p:nvCxnSpPr>
          <p:spPr>
            <a:xfrm rot="10800000">
              <a:off x="5324249" y="5084057"/>
              <a:ext cx="327423" cy="163830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Elbow Connector 127">
              <a:extLst>
                <a:ext uri="{FF2B5EF4-FFF2-40B4-BE49-F238E27FC236}">
                  <a16:creationId xmlns:a16="http://schemas.microsoft.com/office/drawing/2014/main" id="{FCFE79AD-B665-1892-0BE2-16C1CBA66EB5}"/>
                </a:ext>
              </a:extLst>
            </p:cNvPr>
            <p:cNvCxnSpPr>
              <a:cxnSpLocks/>
              <a:stCxn id="50" idx="1"/>
              <a:endCxn id="52" idx="3"/>
            </p:cNvCxnSpPr>
            <p:nvPr/>
          </p:nvCxnSpPr>
          <p:spPr>
            <a:xfrm rot="10800000" flipV="1">
              <a:off x="5324249" y="5575544"/>
              <a:ext cx="327423" cy="16096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950D1006-8080-AE7C-4219-A95BE8D6AC96}"/>
                </a:ext>
              </a:extLst>
            </p:cNvPr>
            <p:cNvSpPr/>
            <p:nvPr/>
          </p:nvSpPr>
          <p:spPr>
            <a:xfrm>
              <a:off x="5651671" y="1310252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F4B942"/>
            </a:solidFill>
            <a:ln w="82550">
              <a:solidFill>
                <a:srgbClr val="F4B9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B4581B23-CF8C-9394-BBCB-900D4754E1B3}"/>
                </a:ext>
              </a:extLst>
            </p:cNvPr>
            <p:cNvSpPr/>
            <p:nvPr/>
          </p:nvSpPr>
          <p:spPr>
            <a:xfrm>
              <a:off x="5651671" y="982594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97D8C4"/>
            </a:solidFill>
            <a:ln w="82550">
              <a:solidFill>
                <a:srgbClr val="97D8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10B8E595-9CF4-C0A2-FF5B-8B74B22019D4}"/>
                </a:ext>
              </a:extLst>
            </p:cNvPr>
            <p:cNvSpPr/>
            <p:nvPr/>
          </p:nvSpPr>
          <p:spPr>
            <a:xfrm>
              <a:off x="5651671" y="653521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4059AD"/>
            </a:solidFill>
            <a:ln w="82550">
              <a:solidFill>
                <a:srgbClr val="4059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C8F3F306-7851-3D95-6E06-E6A31FEBAA39}"/>
                </a:ext>
              </a:extLst>
            </p:cNvPr>
            <p:cNvSpPr/>
            <p:nvPr/>
          </p:nvSpPr>
          <p:spPr>
            <a:xfrm>
              <a:off x="5651671" y="1637910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4059AD"/>
            </a:solidFill>
            <a:ln w="82550">
              <a:solidFill>
                <a:srgbClr val="4059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60BEEF72-CB10-2D5E-F5DD-AF2FD1997DA7}"/>
                </a:ext>
              </a:extLst>
            </p:cNvPr>
            <p:cNvSpPr/>
            <p:nvPr/>
          </p:nvSpPr>
          <p:spPr>
            <a:xfrm>
              <a:off x="5651671" y="2047980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F4B942"/>
            </a:solidFill>
            <a:ln w="82550">
              <a:solidFill>
                <a:srgbClr val="F4B9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DB7A439C-758C-D712-D9FF-8A79C7AE4B53}"/>
                </a:ext>
              </a:extLst>
            </p:cNvPr>
            <p:cNvSpPr/>
            <p:nvPr/>
          </p:nvSpPr>
          <p:spPr>
            <a:xfrm>
              <a:off x="5651671" y="2377052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4059AD"/>
            </a:solidFill>
            <a:ln w="82550">
              <a:solidFill>
                <a:srgbClr val="4059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28DB1E6A-499A-9203-63C1-9D6D1FC61DDA}"/>
                </a:ext>
              </a:extLst>
            </p:cNvPr>
            <p:cNvSpPr/>
            <p:nvPr/>
          </p:nvSpPr>
          <p:spPr>
            <a:xfrm>
              <a:off x="5651671" y="2704711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97D8C4"/>
            </a:solidFill>
            <a:ln w="82550">
              <a:solidFill>
                <a:srgbClr val="97D8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94834D02-D1D9-5D3C-099B-785644632E41}"/>
                </a:ext>
              </a:extLst>
            </p:cNvPr>
            <p:cNvSpPr/>
            <p:nvPr/>
          </p:nvSpPr>
          <p:spPr>
            <a:xfrm>
              <a:off x="5651671" y="3032369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6B9AC4"/>
            </a:solidFill>
            <a:ln w="82550">
              <a:solidFill>
                <a:srgbClr val="6B9A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A141A65B-8D4B-FFB4-4C85-46609DB9D5CF}"/>
                </a:ext>
              </a:extLst>
            </p:cNvPr>
            <p:cNvSpPr/>
            <p:nvPr/>
          </p:nvSpPr>
          <p:spPr>
            <a:xfrm>
              <a:off x="5651671" y="3442439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6B9AC4"/>
            </a:solidFill>
            <a:ln w="82550">
              <a:solidFill>
                <a:srgbClr val="6B9A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0623C2AC-657A-A4C6-9457-6707364EC75B}"/>
                </a:ext>
              </a:extLst>
            </p:cNvPr>
            <p:cNvSpPr/>
            <p:nvPr/>
          </p:nvSpPr>
          <p:spPr>
            <a:xfrm>
              <a:off x="5651671" y="3771511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97D8C4"/>
            </a:solidFill>
            <a:ln w="82550">
              <a:solidFill>
                <a:srgbClr val="97D8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FB2A2A04-6696-E872-D762-9FAFF6B65018}"/>
                </a:ext>
              </a:extLst>
            </p:cNvPr>
            <p:cNvSpPr/>
            <p:nvPr/>
          </p:nvSpPr>
          <p:spPr>
            <a:xfrm>
              <a:off x="5651671" y="4099170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F4B942"/>
            </a:solidFill>
            <a:ln w="82550">
              <a:solidFill>
                <a:srgbClr val="F4B9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93FAFE16-3321-E74F-37D2-F4C6589E44D8}"/>
                </a:ext>
              </a:extLst>
            </p:cNvPr>
            <p:cNvSpPr/>
            <p:nvPr/>
          </p:nvSpPr>
          <p:spPr>
            <a:xfrm>
              <a:off x="5651671" y="4425453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4059AD"/>
            </a:solidFill>
            <a:ln w="82550">
              <a:solidFill>
                <a:srgbClr val="4059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795D333F-A606-4208-0509-80738C50DD38}"/>
                </a:ext>
              </a:extLst>
            </p:cNvPr>
            <p:cNvSpPr/>
            <p:nvPr/>
          </p:nvSpPr>
          <p:spPr>
            <a:xfrm>
              <a:off x="5651671" y="4836898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97D8C4"/>
            </a:solidFill>
            <a:ln w="82550">
              <a:solidFill>
                <a:srgbClr val="97D8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BF6E024C-AC6F-4E16-97CB-512B96756814}"/>
                </a:ext>
              </a:extLst>
            </p:cNvPr>
            <p:cNvSpPr/>
            <p:nvPr/>
          </p:nvSpPr>
          <p:spPr>
            <a:xfrm>
              <a:off x="5651671" y="5165972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6B9AC4"/>
            </a:solidFill>
            <a:ln w="82550">
              <a:solidFill>
                <a:srgbClr val="6B9A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EF7137B0-DDAA-FA17-56DF-C6139F86EA41}"/>
                </a:ext>
              </a:extLst>
            </p:cNvPr>
            <p:cNvSpPr/>
            <p:nvPr/>
          </p:nvSpPr>
          <p:spPr>
            <a:xfrm>
              <a:off x="5651671" y="5493629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6B9AC4"/>
            </a:solidFill>
            <a:ln w="82550">
              <a:solidFill>
                <a:srgbClr val="6B9A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2481F071-FB00-F61D-17F7-501C73EF95B9}"/>
                </a:ext>
              </a:extLst>
            </p:cNvPr>
            <p:cNvSpPr/>
            <p:nvPr/>
          </p:nvSpPr>
          <p:spPr>
            <a:xfrm>
              <a:off x="5651671" y="5819912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F4B942"/>
            </a:solidFill>
            <a:ln w="82550">
              <a:solidFill>
                <a:srgbClr val="F4B9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EA83CC93-3E9D-A512-F3F3-FCE7DC901706}"/>
                </a:ext>
              </a:extLst>
            </p:cNvPr>
            <p:cNvSpPr/>
            <p:nvPr/>
          </p:nvSpPr>
          <p:spPr>
            <a:xfrm>
              <a:off x="5162414" y="5002142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376EA7DF-5D63-CD98-9883-F087DD04BFD0}"/>
                </a:ext>
              </a:extLst>
            </p:cNvPr>
            <p:cNvSpPr/>
            <p:nvPr/>
          </p:nvSpPr>
          <p:spPr>
            <a:xfrm>
              <a:off x="5158368" y="4260132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F007D461-C58B-36B0-AC2C-9A6A78721CB7}"/>
                </a:ext>
              </a:extLst>
            </p:cNvPr>
            <p:cNvSpPr/>
            <p:nvPr/>
          </p:nvSpPr>
          <p:spPr>
            <a:xfrm>
              <a:off x="5158368" y="3608211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B83B40EC-5155-9BCD-8B2D-F988854815C6}"/>
                </a:ext>
              </a:extLst>
            </p:cNvPr>
            <p:cNvSpPr/>
            <p:nvPr/>
          </p:nvSpPr>
          <p:spPr>
            <a:xfrm>
              <a:off x="5158368" y="2865673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F2751477-BE8A-F4CD-1AD0-AFCADB02500C}"/>
                </a:ext>
              </a:extLst>
            </p:cNvPr>
            <p:cNvSpPr/>
            <p:nvPr/>
          </p:nvSpPr>
          <p:spPr>
            <a:xfrm>
              <a:off x="5158368" y="2213222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6761C082-F786-E322-E761-283225940A20}"/>
                </a:ext>
              </a:extLst>
            </p:cNvPr>
            <p:cNvSpPr/>
            <p:nvPr/>
          </p:nvSpPr>
          <p:spPr>
            <a:xfrm>
              <a:off x="5158368" y="1471214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7C0AC714-764A-3FE8-B865-F66BE1BD4F95}"/>
                </a:ext>
              </a:extLst>
            </p:cNvPr>
            <p:cNvSpPr/>
            <p:nvPr/>
          </p:nvSpPr>
          <p:spPr>
            <a:xfrm>
              <a:off x="5158368" y="818763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129" name="Elbow Connector 128">
              <a:extLst>
                <a:ext uri="{FF2B5EF4-FFF2-40B4-BE49-F238E27FC236}">
                  <a16:creationId xmlns:a16="http://schemas.microsoft.com/office/drawing/2014/main" id="{561768A8-0634-F1C6-A3B5-F1E05B78022A}"/>
                </a:ext>
              </a:extLst>
            </p:cNvPr>
            <p:cNvCxnSpPr>
              <a:cxnSpLocks/>
              <a:stCxn id="51" idx="1"/>
              <a:endCxn id="52" idx="3"/>
            </p:cNvCxnSpPr>
            <p:nvPr/>
          </p:nvCxnSpPr>
          <p:spPr>
            <a:xfrm rot="10800000">
              <a:off x="5324249" y="5736507"/>
              <a:ext cx="327423" cy="16532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BD5F0898-5918-3226-9A00-DBD4A9E7EEA6}"/>
              </a:ext>
            </a:extLst>
          </p:cNvPr>
          <p:cNvGrpSpPr/>
          <p:nvPr/>
        </p:nvGrpSpPr>
        <p:grpSpPr>
          <a:xfrm>
            <a:off x="5852897" y="653519"/>
            <a:ext cx="3038298" cy="5164900"/>
            <a:chOff x="5852897" y="653519"/>
            <a:chExt cx="3038298" cy="5164900"/>
          </a:xfrm>
        </p:grpSpPr>
        <p:sp>
          <p:nvSpPr>
            <p:cNvPr id="239" name="Rounded Rectangle 238">
              <a:extLst>
                <a:ext uri="{FF2B5EF4-FFF2-40B4-BE49-F238E27FC236}">
                  <a16:creationId xmlns:a16="http://schemas.microsoft.com/office/drawing/2014/main" id="{2FD456F1-81CF-1CF7-FBED-5F9E3D54A351}"/>
                </a:ext>
              </a:extLst>
            </p:cNvPr>
            <p:cNvSpPr/>
            <p:nvPr/>
          </p:nvSpPr>
          <p:spPr>
            <a:xfrm>
              <a:off x="6751245" y="1696966"/>
              <a:ext cx="457200" cy="45720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cxnSp>
          <p:nvCxnSpPr>
            <p:cNvPr id="240" name="Elbow Connector 239">
              <a:extLst>
                <a:ext uri="{FF2B5EF4-FFF2-40B4-BE49-F238E27FC236}">
                  <a16:creationId xmlns:a16="http://schemas.microsoft.com/office/drawing/2014/main" id="{6DE147CB-0252-99D5-1FC8-A4BA9D7A553E}"/>
                </a:ext>
              </a:extLst>
            </p:cNvPr>
            <p:cNvCxnSpPr>
              <a:cxnSpLocks/>
              <a:stCxn id="249" idx="1"/>
              <a:endCxn id="239" idx="3"/>
            </p:cNvCxnSpPr>
            <p:nvPr/>
          </p:nvCxnSpPr>
          <p:spPr>
            <a:xfrm rot="10800000" flipV="1">
              <a:off x="7208445" y="1229210"/>
              <a:ext cx="370810" cy="696355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1" name="Elbow Connector 240">
              <a:extLst>
                <a:ext uri="{FF2B5EF4-FFF2-40B4-BE49-F238E27FC236}">
                  <a16:creationId xmlns:a16="http://schemas.microsoft.com/office/drawing/2014/main" id="{1CE34DF2-11DF-0690-1788-0ADA094EF092}"/>
                </a:ext>
              </a:extLst>
            </p:cNvPr>
            <p:cNvCxnSpPr>
              <a:cxnSpLocks/>
              <a:stCxn id="250" idx="1"/>
              <a:endCxn id="239" idx="3"/>
            </p:cNvCxnSpPr>
            <p:nvPr/>
          </p:nvCxnSpPr>
          <p:spPr>
            <a:xfrm rot="10800000">
              <a:off x="7208445" y="1925566"/>
              <a:ext cx="370810" cy="692306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2" name="Rounded Rectangle 241">
              <a:extLst>
                <a:ext uri="{FF2B5EF4-FFF2-40B4-BE49-F238E27FC236}">
                  <a16:creationId xmlns:a16="http://schemas.microsoft.com/office/drawing/2014/main" id="{7108E386-E669-E16A-B4E2-C07530946C75}"/>
                </a:ext>
              </a:extLst>
            </p:cNvPr>
            <p:cNvSpPr/>
            <p:nvPr/>
          </p:nvSpPr>
          <p:spPr>
            <a:xfrm>
              <a:off x="6751245" y="4485884"/>
              <a:ext cx="457200" cy="45720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cxnSp>
          <p:nvCxnSpPr>
            <p:cNvPr id="243" name="Elbow Connector 242">
              <a:extLst>
                <a:ext uri="{FF2B5EF4-FFF2-40B4-BE49-F238E27FC236}">
                  <a16:creationId xmlns:a16="http://schemas.microsoft.com/office/drawing/2014/main" id="{AB8826D2-2B34-4BA9-CD69-F75D4F0F025F}"/>
                </a:ext>
              </a:extLst>
            </p:cNvPr>
            <p:cNvCxnSpPr>
              <a:cxnSpLocks/>
              <a:stCxn id="251" idx="1"/>
              <a:endCxn id="242" idx="3"/>
            </p:cNvCxnSpPr>
            <p:nvPr/>
          </p:nvCxnSpPr>
          <p:spPr>
            <a:xfrm rot="10800000" flipV="1">
              <a:off x="7208445" y="4017254"/>
              <a:ext cx="370810" cy="697230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4" name="Elbow Connector 243">
              <a:extLst>
                <a:ext uri="{FF2B5EF4-FFF2-40B4-BE49-F238E27FC236}">
                  <a16:creationId xmlns:a16="http://schemas.microsoft.com/office/drawing/2014/main" id="{F3AE1B78-9525-6480-1232-81FAB0AD7826}"/>
                </a:ext>
              </a:extLst>
            </p:cNvPr>
            <p:cNvCxnSpPr>
              <a:cxnSpLocks/>
              <a:stCxn id="252" idx="1"/>
              <a:endCxn id="242" idx="3"/>
            </p:cNvCxnSpPr>
            <p:nvPr/>
          </p:nvCxnSpPr>
          <p:spPr>
            <a:xfrm rot="10800000">
              <a:off x="7208445" y="4714485"/>
              <a:ext cx="370810" cy="697229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5" name="Rounded Rectangle 244">
              <a:extLst>
                <a:ext uri="{FF2B5EF4-FFF2-40B4-BE49-F238E27FC236}">
                  <a16:creationId xmlns:a16="http://schemas.microsoft.com/office/drawing/2014/main" id="{70587F82-EAAE-ED22-7BAA-5675C57E62E3}"/>
                </a:ext>
              </a:extLst>
            </p:cNvPr>
            <p:cNvSpPr/>
            <p:nvPr/>
          </p:nvSpPr>
          <p:spPr>
            <a:xfrm>
              <a:off x="5852897" y="3091425"/>
              <a:ext cx="457200" cy="45720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cxnSp>
          <p:nvCxnSpPr>
            <p:cNvPr id="246" name="Elbow Connector 245">
              <a:extLst>
                <a:ext uri="{FF2B5EF4-FFF2-40B4-BE49-F238E27FC236}">
                  <a16:creationId xmlns:a16="http://schemas.microsoft.com/office/drawing/2014/main" id="{EC6232D3-5020-DA10-942D-5E2A0CBCD80E}"/>
                </a:ext>
              </a:extLst>
            </p:cNvPr>
            <p:cNvCxnSpPr>
              <a:cxnSpLocks/>
              <a:stCxn id="239" idx="1"/>
              <a:endCxn id="245" idx="3"/>
            </p:cNvCxnSpPr>
            <p:nvPr/>
          </p:nvCxnSpPr>
          <p:spPr>
            <a:xfrm rot="10800000" flipV="1">
              <a:off x="6310097" y="1925565"/>
              <a:ext cx="441148" cy="1394459"/>
            </a:xfrm>
            <a:prstGeom prst="bentConnector3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7" name="Elbow Connector 246">
              <a:extLst>
                <a:ext uri="{FF2B5EF4-FFF2-40B4-BE49-F238E27FC236}">
                  <a16:creationId xmlns:a16="http://schemas.microsoft.com/office/drawing/2014/main" id="{71128BF4-6C62-C99F-4F9B-243822EAED64}"/>
                </a:ext>
              </a:extLst>
            </p:cNvPr>
            <p:cNvCxnSpPr>
              <a:cxnSpLocks/>
              <a:stCxn id="242" idx="1"/>
              <a:endCxn id="245" idx="3"/>
            </p:cNvCxnSpPr>
            <p:nvPr/>
          </p:nvCxnSpPr>
          <p:spPr>
            <a:xfrm rot="10800000">
              <a:off x="6310097" y="3320026"/>
              <a:ext cx="441148" cy="1394459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8" name="Rounded Rectangle 247">
              <a:extLst>
                <a:ext uri="{FF2B5EF4-FFF2-40B4-BE49-F238E27FC236}">
                  <a16:creationId xmlns:a16="http://schemas.microsoft.com/office/drawing/2014/main" id="{D6939383-0C7A-CB13-1B7A-FAA12578F4C3}"/>
                </a:ext>
              </a:extLst>
            </p:cNvPr>
            <p:cNvSpPr/>
            <p:nvPr/>
          </p:nvSpPr>
          <p:spPr>
            <a:xfrm>
              <a:off x="8240104" y="5654589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4059AD"/>
            </a:solidFill>
            <a:ln w="82550">
              <a:solidFill>
                <a:srgbClr val="4059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49" name="Rounded Rectangle 248">
              <a:extLst>
                <a:ext uri="{FF2B5EF4-FFF2-40B4-BE49-F238E27FC236}">
                  <a16:creationId xmlns:a16="http://schemas.microsoft.com/office/drawing/2014/main" id="{017831C0-309B-95A9-A271-0B702EB38689}"/>
                </a:ext>
              </a:extLst>
            </p:cNvPr>
            <p:cNvSpPr/>
            <p:nvPr/>
          </p:nvSpPr>
          <p:spPr>
            <a:xfrm>
              <a:off x="7579255" y="1060458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50" name="Rounded Rectangle 249">
              <a:extLst>
                <a:ext uri="{FF2B5EF4-FFF2-40B4-BE49-F238E27FC236}">
                  <a16:creationId xmlns:a16="http://schemas.microsoft.com/office/drawing/2014/main" id="{C422D781-EDE1-81DF-B87C-57D48BECAD12}"/>
                </a:ext>
              </a:extLst>
            </p:cNvPr>
            <p:cNvSpPr/>
            <p:nvPr/>
          </p:nvSpPr>
          <p:spPr>
            <a:xfrm>
              <a:off x="7579255" y="2449119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51" name="Rounded Rectangle 250">
              <a:extLst>
                <a:ext uri="{FF2B5EF4-FFF2-40B4-BE49-F238E27FC236}">
                  <a16:creationId xmlns:a16="http://schemas.microsoft.com/office/drawing/2014/main" id="{8B764383-C353-AACD-D7CB-B596DA48E991}"/>
                </a:ext>
              </a:extLst>
            </p:cNvPr>
            <p:cNvSpPr/>
            <p:nvPr/>
          </p:nvSpPr>
          <p:spPr>
            <a:xfrm>
              <a:off x="7579255" y="3848501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52" name="Rounded Rectangle 251">
              <a:extLst>
                <a:ext uri="{FF2B5EF4-FFF2-40B4-BE49-F238E27FC236}">
                  <a16:creationId xmlns:a16="http://schemas.microsoft.com/office/drawing/2014/main" id="{4CA9860F-BC8F-1840-C763-0E458B7D48D4}"/>
                </a:ext>
              </a:extLst>
            </p:cNvPr>
            <p:cNvSpPr/>
            <p:nvPr/>
          </p:nvSpPr>
          <p:spPr>
            <a:xfrm>
              <a:off x="7579255" y="5242960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253" name="Elbow Connector 252">
              <a:extLst>
                <a:ext uri="{FF2B5EF4-FFF2-40B4-BE49-F238E27FC236}">
                  <a16:creationId xmlns:a16="http://schemas.microsoft.com/office/drawing/2014/main" id="{A19268A0-2CB7-2346-CCB8-0DBBF7550274}"/>
                </a:ext>
              </a:extLst>
            </p:cNvPr>
            <p:cNvCxnSpPr>
              <a:cxnSpLocks/>
              <a:stCxn id="298" idx="1"/>
              <a:endCxn id="249" idx="3"/>
            </p:cNvCxnSpPr>
            <p:nvPr/>
          </p:nvCxnSpPr>
          <p:spPr>
            <a:xfrm rot="10800000" flipV="1">
              <a:off x="7909640" y="900675"/>
              <a:ext cx="326419" cy="328535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4" name="Elbow Connector 253">
              <a:extLst>
                <a:ext uri="{FF2B5EF4-FFF2-40B4-BE49-F238E27FC236}">
                  <a16:creationId xmlns:a16="http://schemas.microsoft.com/office/drawing/2014/main" id="{99DDE295-EA55-8CAF-8A19-C57F5D330EDE}"/>
                </a:ext>
              </a:extLst>
            </p:cNvPr>
            <p:cNvCxnSpPr>
              <a:cxnSpLocks/>
              <a:stCxn id="297" idx="1"/>
              <a:endCxn id="249" idx="3"/>
            </p:cNvCxnSpPr>
            <p:nvPr/>
          </p:nvCxnSpPr>
          <p:spPr>
            <a:xfrm rot="10800000">
              <a:off x="7909640" y="1229211"/>
              <a:ext cx="326419" cy="323916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5" name="Elbow Connector 254">
              <a:extLst>
                <a:ext uri="{FF2B5EF4-FFF2-40B4-BE49-F238E27FC236}">
                  <a16:creationId xmlns:a16="http://schemas.microsoft.com/office/drawing/2014/main" id="{CC6B655D-ED8A-8C66-E5B6-C92EC062B8B8}"/>
                </a:ext>
              </a:extLst>
            </p:cNvPr>
            <p:cNvCxnSpPr>
              <a:cxnSpLocks/>
              <a:stCxn id="296" idx="1"/>
              <a:endCxn id="250" idx="3"/>
            </p:cNvCxnSpPr>
            <p:nvPr/>
          </p:nvCxnSpPr>
          <p:spPr>
            <a:xfrm rot="10800000" flipV="1">
              <a:off x="7909640" y="2295134"/>
              <a:ext cx="326419" cy="322737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6" name="Elbow Connector 255">
              <a:extLst>
                <a:ext uri="{FF2B5EF4-FFF2-40B4-BE49-F238E27FC236}">
                  <a16:creationId xmlns:a16="http://schemas.microsoft.com/office/drawing/2014/main" id="{28A0E25E-B7CF-A0B4-D60E-D9D8A006D68C}"/>
                </a:ext>
              </a:extLst>
            </p:cNvPr>
            <p:cNvCxnSpPr>
              <a:cxnSpLocks/>
              <a:stCxn id="250" idx="3"/>
              <a:endCxn id="295" idx="1"/>
            </p:cNvCxnSpPr>
            <p:nvPr/>
          </p:nvCxnSpPr>
          <p:spPr>
            <a:xfrm>
              <a:off x="7909639" y="2617872"/>
              <a:ext cx="326419" cy="329714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7" name="Elbow Connector 256">
              <a:extLst>
                <a:ext uri="{FF2B5EF4-FFF2-40B4-BE49-F238E27FC236}">
                  <a16:creationId xmlns:a16="http://schemas.microsoft.com/office/drawing/2014/main" id="{4AED9617-FA64-B69C-828F-3454475E87A9}"/>
                </a:ext>
              </a:extLst>
            </p:cNvPr>
            <p:cNvCxnSpPr>
              <a:cxnSpLocks/>
              <a:stCxn id="294" idx="1"/>
              <a:endCxn id="251" idx="3"/>
            </p:cNvCxnSpPr>
            <p:nvPr/>
          </p:nvCxnSpPr>
          <p:spPr>
            <a:xfrm rot="10800000" flipV="1">
              <a:off x="7909640" y="3690124"/>
              <a:ext cx="326419" cy="327130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8" name="Elbow Connector 257">
              <a:extLst>
                <a:ext uri="{FF2B5EF4-FFF2-40B4-BE49-F238E27FC236}">
                  <a16:creationId xmlns:a16="http://schemas.microsoft.com/office/drawing/2014/main" id="{F5981763-9535-8335-CFE9-EB0817B395AF}"/>
                </a:ext>
              </a:extLst>
            </p:cNvPr>
            <p:cNvCxnSpPr>
              <a:cxnSpLocks/>
              <a:stCxn id="293" idx="1"/>
              <a:endCxn id="251" idx="3"/>
            </p:cNvCxnSpPr>
            <p:nvPr/>
          </p:nvCxnSpPr>
          <p:spPr>
            <a:xfrm rot="10800000">
              <a:off x="7909640" y="4017255"/>
              <a:ext cx="326419" cy="32479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9" name="Elbow Connector 258">
              <a:extLst>
                <a:ext uri="{FF2B5EF4-FFF2-40B4-BE49-F238E27FC236}">
                  <a16:creationId xmlns:a16="http://schemas.microsoft.com/office/drawing/2014/main" id="{4A7099AD-C799-9507-BBFA-7487E294D1BD}"/>
                </a:ext>
              </a:extLst>
            </p:cNvPr>
            <p:cNvCxnSpPr>
              <a:cxnSpLocks/>
              <a:stCxn id="278" idx="1"/>
              <a:endCxn id="298" idx="3"/>
            </p:cNvCxnSpPr>
            <p:nvPr/>
          </p:nvCxnSpPr>
          <p:spPr>
            <a:xfrm rot="10800000" flipV="1">
              <a:off x="8397893" y="735434"/>
              <a:ext cx="331469" cy="16524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0" name="Elbow Connector 259">
              <a:extLst>
                <a:ext uri="{FF2B5EF4-FFF2-40B4-BE49-F238E27FC236}">
                  <a16:creationId xmlns:a16="http://schemas.microsoft.com/office/drawing/2014/main" id="{D3F2C848-CE8D-3C56-75FE-E9B3837786F0}"/>
                </a:ext>
              </a:extLst>
            </p:cNvPr>
            <p:cNvCxnSpPr>
              <a:cxnSpLocks/>
              <a:stCxn id="277" idx="1"/>
              <a:endCxn id="298" idx="3"/>
            </p:cNvCxnSpPr>
            <p:nvPr/>
          </p:nvCxnSpPr>
          <p:spPr>
            <a:xfrm rot="10800000">
              <a:off x="8397893" y="900677"/>
              <a:ext cx="331469" cy="16383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Elbow Connector 262">
              <a:extLst>
                <a:ext uri="{FF2B5EF4-FFF2-40B4-BE49-F238E27FC236}">
                  <a16:creationId xmlns:a16="http://schemas.microsoft.com/office/drawing/2014/main" id="{F20A1733-574E-F159-F48E-DF6C911B6E80}"/>
                </a:ext>
              </a:extLst>
            </p:cNvPr>
            <p:cNvCxnSpPr>
              <a:cxnSpLocks/>
              <a:stCxn id="280" idx="1"/>
              <a:endCxn id="296" idx="3"/>
            </p:cNvCxnSpPr>
            <p:nvPr/>
          </p:nvCxnSpPr>
          <p:spPr>
            <a:xfrm rot="10800000" flipV="1">
              <a:off x="8397893" y="2129893"/>
              <a:ext cx="331469" cy="16524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Elbow Connector 263">
              <a:extLst>
                <a:ext uri="{FF2B5EF4-FFF2-40B4-BE49-F238E27FC236}">
                  <a16:creationId xmlns:a16="http://schemas.microsoft.com/office/drawing/2014/main" id="{0375D1DC-14C1-3D44-1A86-1EAB1C0A7DFD}"/>
                </a:ext>
              </a:extLst>
            </p:cNvPr>
            <p:cNvCxnSpPr>
              <a:cxnSpLocks/>
              <a:stCxn id="281" idx="1"/>
              <a:endCxn id="296" idx="3"/>
            </p:cNvCxnSpPr>
            <p:nvPr/>
          </p:nvCxnSpPr>
          <p:spPr>
            <a:xfrm rot="10800000">
              <a:off x="8397893" y="2295135"/>
              <a:ext cx="331469" cy="163830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Elbow Connector 264">
              <a:extLst>
                <a:ext uri="{FF2B5EF4-FFF2-40B4-BE49-F238E27FC236}">
                  <a16:creationId xmlns:a16="http://schemas.microsoft.com/office/drawing/2014/main" id="{31ADE2A2-68D8-5F60-BDCB-BA2168BAB221}"/>
                </a:ext>
              </a:extLst>
            </p:cNvPr>
            <p:cNvCxnSpPr>
              <a:cxnSpLocks/>
              <a:stCxn id="282" idx="1"/>
              <a:endCxn id="295" idx="3"/>
            </p:cNvCxnSpPr>
            <p:nvPr/>
          </p:nvCxnSpPr>
          <p:spPr>
            <a:xfrm rot="10800000" flipV="1">
              <a:off x="8397893" y="2786624"/>
              <a:ext cx="331469" cy="16096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Elbow Connector 265">
              <a:extLst>
                <a:ext uri="{FF2B5EF4-FFF2-40B4-BE49-F238E27FC236}">
                  <a16:creationId xmlns:a16="http://schemas.microsoft.com/office/drawing/2014/main" id="{C7871FE0-F87B-7CCC-68D6-75AAD5B65755}"/>
                </a:ext>
              </a:extLst>
            </p:cNvPr>
            <p:cNvCxnSpPr>
              <a:cxnSpLocks/>
              <a:stCxn id="283" idx="1"/>
              <a:endCxn id="295" idx="3"/>
            </p:cNvCxnSpPr>
            <p:nvPr/>
          </p:nvCxnSpPr>
          <p:spPr>
            <a:xfrm rot="10800000">
              <a:off x="8397893" y="2947586"/>
              <a:ext cx="331469" cy="166696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7" name="Elbow Connector 266">
              <a:extLst>
                <a:ext uri="{FF2B5EF4-FFF2-40B4-BE49-F238E27FC236}">
                  <a16:creationId xmlns:a16="http://schemas.microsoft.com/office/drawing/2014/main" id="{0928061E-4912-8ACA-73E8-48B0857CA130}"/>
                </a:ext>
              </a:extLst>
            </p:cNvPr>
            <p:cNvCxnSpPr>
              <a:cxnSpLocks/>
              <a:stCxn id="248" idx="1"/>
              <a:endCxn id="252" idx="3"/>
            </p:cNvCxnSpPr>
            <p:nvPr/>
          </p:nvCxnSpPr>
          <p:spPr>
            <a:xfrm rot="10800000">
              <a:off x="7909640" y="5411714"/>
              <a:ext cx="330465" cy="32479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Elbow Connector 267">
              <a:extLst>
                <a:ext uri="{FF2B5EF4-FFF2-40B4-BE49-F238E27FC236}">
                  <a16:creationId xmlns:a16="http://schemas.microsoft.com/office/drawing/2014/main" id="{B9287082-37AC-0577-8589-D242DB2EC9F7}"/>
                </a:ext>
              </a:extLst>
            </p:cNvPr>
            <p:cNvCxnSpPr>
              <a:cxnSpLocks/>
              <a:stCxn id="292" idx="1"/>
              <a:endCxn id="252" idx="3"/>
            </p:cNvCxnSpPr>
            <p:nvPr/>
          </p:nvCxnSpPr>
          <p:spPr>
            <a:xfrm rot="10800000" flipV="1">
              <a:off x="7909640" y="5084055"/>
              <a:ext cx="330465" cy="327658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9" name="Elbow Connector 268">
              <a:extLst>
                <a:ext uri="{FF2B5EF4-FFF2-40B4-BE49-F238E27FC236}">
                  <a16:creationId xmlns:a16="http://schemas.microsoft.com/office/drawing/2014/main" id="{86069507-44AE-C861-D87D-1E6E21270649}"/>
                </a:ext>
              </a:extLst>
            </p:cNvPr>
            <p:cNvCxnSpPr>
              <a:cxnSpLocks/>
              <a:stCxn id="284" idx="1"/>
              <a:endCxn id="294" idx="3"/>
            </p:cNvCxnSpPr>
            <p:nvPr/>
          </p:nvCxnSpPr>
          <p:spPr>
            <a:xfrm rot="10800000" flipV="1">
              <a:off x="8397893" y="3524352"/>
              <a:ext cx="331469" cy="16577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0" name="Elbow Connector 269">
              <a:extLst>
                <a:ext uri="{FF2B5EF4-FFF2-40B4-BE49-F238E27FC236}">
                  <a16:creationId xmlns:a16="http://schemas.microsoft.com/office/drawing/2014/main" id="{FEC0BAAD-74A5-9415-5638-7ACD78F73960}"/>
                </a:ext>
              </a:extLst>
            </p:cNvPr>
            <p:cNvCxnSpPr>
              <a:cxnSpLocks/>
              <a:stCxn id="285" idx="1"/>
              <a:endCxn id="294" idx="3"/>
            </p:cNvCxnSpPr>
            <p:nvPr/>
          </p:nvCxnSpPr>
          <p:spPr>
            <a:xfrm rot="10800000">
              <a:off x="8397893" y="3690124"/>
              <a:ext cx="331469" cy="163300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1" name="Elbow Connector 270">
              <a:extLst>
                <a:ext uri="{FF2B5EF4-FFF2-40B4-BE49-F238E27FC236}">
                  <a16:creationId xmlns:a16="http://schemas.microsoft.com/office/drawing/2014/main" id="{B85A265E-CF7E-F191-A86C-B961BE5DFD3D}"/>
                </a:ext>
              </a:extLst>
            </p:cNvPr>
            <p:cNvCxnSpPr>
              <a:cxnSpLocks/>
              <a:stCxn id="286" idx="1"/>
              <a:endCxn id="293" idx="3"/>
            </p:cNvCxnSpPr>
            <p:nvPr/>
          </p:nvCxnSpPr>
          <p:spPr>
            <a:xfrm rot="10800000" flipV="1">
              <a:off x="8397893" y="4181083"/>
              <a:ext cx="331469" cy="16096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2" name="Elbow Connector 271">
              <a:extLst>
                <a:ext uri="{FF2B5EF4-FFF2-40B4-BE49-F238E27FC236}">
                  <a16:creationId xmlns:a16="http://schemas.microsoft.com/office/drawing/2014/main" id="{0525CCF0-DA19-74E8-DAD1-A6786B5044B6}"/>
                </a:ext>
              </a:extLst>
            </p:cNvPr>
            <p:cNvCxnSpPr>
              <a:cxnSpLocks/>
              <a:stCxn id="287" idx="1"/>
              <a:endCxn id="293" idx="3"/>
            </p:cNvCxnSpPr>
            <p:nvPr/>
          </p:nvCxnSpPr>
          <p:spPr>
            <a:xfrm rot="10800000">
              <a:off x="8397893" y="4342046"/>
              <a:ext cx="331469" cy="16532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3" name="Elbow Connector 272">
              <a:extLst>
                <a:ext uri="{FF2B5EF4-FFF2-40B4-BE49-F238E27FC236}">
                  <a16:creationId xmlns:a16="http://schemas.microsoft.com/office/drawing/2014/main" id="{ADC68850-3033-3DDE-369D-CC286BA29159}"/>
                </a:ext>
              </a:extLst>
            </p:cNvPr>
            <p:cNvCxnSpPr>
              <a:cxnSpLocks/>
              <a:stCxn id="288" idx="1"/>
              <a:endCxn id="292" idx="3"/>
            </p:cNvCxnSpPr>
            <p:nvPr/>
          </p:nvCxnSpPr>
          <p:spPr>
            <a:xfrm rot="10800000" flipV="1">
              <a:off x="8401939" y="4918811"/>
              <a:ext cx="327423" cy="165244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4" name="Elbow Connector 273">
              <a:extLst>
                <a:ext uri="{FF2B5EF4-FFF2-40B4-BE49-F238E27FC236}">
                  <a16:creationId xmlns:a16="http://schemas.microsoft.com/office/drawing/2014/main" id="{EE9F05F8-2789-872D-466E-0831202BC317}"/>
                </a:ext>
              </a:extLst>
            </p:cNvPr>
            <p:cNvCxnSpPr>
              <a:cxnSpLocks/>
              <a:stCxn id="289" idx="1"/>
              <a:endCxn id="292" idx="3"/>
            </p:cNvCxnSpPr>
            <p:nvPr/>
          </p:nvCxnSpPr>
          <p:spPr>
            <a:xfrm rot="10800000">
              <a:off x="8401939" y="5084055"/>
              <a:ext cx="327423" cy="163830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77" name="Rounded Rectangle 276">
              <a:extLst>
                <a:ext uri="{FF2B5EF4-FFF2-40B4-BE49-F238E27FC236}">
                  <a16:creationId xmlns:a16="http://schemas.microsoft.com/office/drawing/2014/main" id="{8898583D-1A4C-2608-A0AF-D0386133BA62}"/>
                </a:ext>
              </a:extLst>
            </p:cNvPr>
            <p:cNvSpPr/>
            <p:nvPr/>
          </p:nvSpPr>
          <p:spPr>
            <a:xfrm>
              <a:off x="8729361" y="982592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97D8C4"/>
            </a:solidFill>
            <a:ln w="82550">
              <a:solidFill>
                <a:srgbClr val="97D8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78" name="Rounded Rectangle 277">
              <a:extLst>
                <a:ext uri="{FF2B5EF4-FFF2-40B4-BE49-F238E27FC236}">
                  <a16:creationId xmlns:a16="http://schemas.microsoft.com/office/drawing/2014/main" id="{DF52E5EE-BC3A-EDF3-D4A8-DB91DD8294D8}"/>
                </a:ext>
              </a:extLst>
            </p:cNvPr>
            <p:cNvSpPr/>
            <p:nvPr/>
          </p:nvSpPr>
          <p:spPr>
            <a:xfrm>
              <a:off x="8729361" y="653519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4059AD"/>
            </a:solidFill>
            <a:ln w="82550">
              <a:solidFill>
                <a:srgbClr val="4059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80" name="Rounded Rectangle 279">
              <a:extLst>
                <a:ext uri="{FF2B5EF4-FFF2-40B4-BE49-F238E27FC236}">
                  <a16:creationId xmlns:a16="http://schemas.microsoft.com/office/drawing/2014/main" id="{634A7BF1-477D-609E-4E37-7B17E9F02916}"/>
                </a:ext>
              </a:extLst>
            </p:cNvPr>
            <p:cNvSpPr/>
            <p:nvPr/>
          </p:nvSpPr>
          <p:spPr>
            <a:xfrm>
              <a:off x="8729361" y="2047978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F4B942"/>
            </a:solidFill>
            <a:ln w="82550">
              <a:solidFill>
                <a:srgbClr val="F4B9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81" name="Rounded Rectangle 280">
              <a:extLst>
                <a:ext uri="{FF2B5EF4-FFF2-40B4-BE49-F238E27FC236}">
                  <a16:creationId xmlns:a16="http://schemas.microsoft.com/office/drawing/2014/main" id="{4B96D37D-092B-09C7-B43C-DE8F28CB7C12}"/>
                </a:ext>
              </a:extLst>
            </p:cNvPr>
            <p:cNvSpPr/>
            <p:nvPr/>
          </p:nvSpPr>
          <p:spPr>
            <a:xfrm>
              <a:off x="8729361" y="2377050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4059AD"/>
            </a:solidFill>
            <a:ln w="82550">
              <a:solidFill>
                <a:srgbClr val="4059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82" name="Rounded Rectangle 281">
              <a:extLst>
                <a:ext uri="{FF2B5EF4-FFF2-40B4-BE49-F238E27FC236}">
                  <a16:creationId xmlns:a16="http://schemas.microsoft.com/office/drawing/2014/main" id="{7A56FD39-AA9A-18C8-6D74-A553A2CC57D9}"/>
                </a:ext>
              </a:extLst>
            </p:cNvPr>
            <p:cNvSpPr/>
            <p:nvPr/>
          </p:nvSpPr>
          <p:spPr>
            <a:xfrm>
              <a:off x="8729361" y="2704709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97D8C4"/>
            </a:solidFill>
            <a:ln w="82550">
              <a:solidFill>
                <a:srgbClr val="97D8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83" name="Rounded Rectangle 282">
              <a:extLst>
                <a:ext uri="{FF2B5EF4-FFF2-40B4-BE49-F238E27FC236}">
                  <a16:creationId xmlns:a16="http://schemas.microsoft.com/office/drawing/2014/main" id="{6E9B74A6-3364-AC93-5C3C-8B80E6200085}"/>
                </a:ext>
              </a:extLst>
            </p:cNvPr>
            <p:cNvSpPr/>
            <p:nvPr/>
          </p:nvSpPr>
          <p:spPr>
            <a:xfrm>
              <a:off x="8729361" y="3032367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6B9AC4"/>
            </a:solidFill>
            <a:ln w="82550">
              <a:solidFill>
                <a:srgbClr val="6B9A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84" name="Rounded Rectangle 283">
              <a:extLst>
                <a:ext uri="{FF2B5EF4-FFF2-40B4-BE49-F238E27FC236}">
                  <a16:creationId xmlns:a16="http://schemas.microsoft.com/office/drawing/2014/main" id="{9FA74CF9-D677-5147-5171-4D0589A52A70}"/>
                </a:ext>
              </a:extLst>
            </p:cNvPr>
            <p:cNvSpPr/>
            <p:nvPr/>
          </p:nvSpPr>
          <p:spPr>
            <a:xfrm>
              <a:off x="8729361" y="3442437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6B9AC4"/>
            </a:solidFill>
            <a:ln w="82550">
              <a:solidFill>
                <a:srgbClr val="6B9A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85" name="Rounded Rectangle 284">
              <a:extLst>
                <a:ext uri="{FF2B5EF4-FFF2-40B4-BE49-F238E27FC236}">
                  <a16:creationId xmlns:a16="http://schemas.microsoft.com/office/drawing/2014/main" id="{CB1BB46E-5212-31CF-53EE-1183B42857F2}"/>
                </a:ext>
              </a:extLst>
            </p:cNvPr>
            <p:cNvSpPr/>
            <p:nvPr/>
          </p:nvSpPr>
          <p:spPr>
            <a:xfrm>
              <a:off x="8729361" y="3771509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97D8C4"/>
            </a:solidFill>
            <a:ln w="82550">
              <a:solidFill>
                <a:srgbClr val="97D8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86" name="Rounded Rectangle 285">
              <a:extLst>
                <a:ext uri="{FF2B5EF4-FFF2-40B4-BE49-F238E27FC236}">
                  <a16:creationId xmlns:a16="http://schemas.microsoft.com/office/drawing/2014/main" id="{70AF92CB-D603-1961-998E-A2AFDF5C1D76}"/>
                </a:ext>
              </a:extLst>
            </p:cNvPr>
            <p:cNvSpPr/>
            <p:nvPr/>
          </p:nvSpPr>
          <p:spPr>
            <a:xfrm>
              <a:off x="8729361" y="4099168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F4B942"/>
            </a:solidFill>
            <a:ln w="82550">
              <a:solidFill>
                <a:srgbClr val="F4B9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87" name="Rounded Rectangle 286">
              <a:extLst>
                <a:ext uri="{FF2B5EF4-FFF2-40B4-BE49-F238E27FC236}">
                  <a16:creationId xmlns:a16="http://schemas.microsoft.com/office/drawing/2014/main" id="{9E6AFD60-B1BF-B5DC-8D65-A6C5AF3B17B2}"/>
                </a:ext>
              </a:extLst>
            </p:cNvPr>
            <p:cNvSpPr/>
            <p:nvPr/>
          </p:nvSpPr>
          <p:spPr>
            <a:xfrm>
              <a:off x="8729361" y="4425451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4059AD"/>
            </a:solidFill>
            <a:ln w="82550">
              <a:solidFill>
                <a:srgbClr val="4059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88" name="Rounded Rectangle 287">
              <a:extLst>
                <a:ext uri="{FF2B5EF4-FFF2-40B4-BE49-F238E27FC236}">
                  <a16:creationId xmlns:a16="http://schemas.microsoft.com/office/drawing/2014/main" id="{412AA916-390F-1228-65DD-E626B9739A10}"/>
                </a:ext>
              </a:extLst>
            </p:cNvPr>
            <p:cNvSpPr/>
            <p:nvPr/>
          </p:nvSpPr>
          <p:spPr>
            <a:xfrm>
              <a:off x="8729361" y="4836896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97D8C4"/>
            </a:solidFill>
            <a:ln w="82550">
              <a:solidFill>
                <a:srgbClr val="97D8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89" name="Rounded Rectangle 288">
              <a:extLst>
                <a:ext uri="{FF2B5EF4-FFF2-40B4-BE49-F238E27FC236}">
                  <a16:creationId xmlns:a16="http://schemas.microsoft.com/office/drawing/2014/main" id="{DD592885-9AA4-0ECB-7D55-1D8D4D712B3B}"/>
                </a:ext>
              </a:extLst>
            </p:cNvPr>
            <p:cNvSpPr/>
            <p:nvPr/>
          </p:nvSpPr>
          <p:spPr>
            <a:xfrm>
              <a:off x="8729361" y="5165970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6B9AC4"/>
            </a:solidFill>
            <a:ln w="82550">
              <a:solidFill>
                <a:srgbClr val="6B9A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292" name="Rounded Rectangle 291">
              <a:extLst>
                <a:ext uri="{FF2B5EF4-FFF2-40B4-BE49-F238E27FC236}">
                  <a16:creationId xmlns:a16="http://schemas.microsoft.com/office/drawing/2014/main" id="{2AD8BFF0-2284-1A60-F9FF-B3FBA99E81D5}"/>
                </a:ext>
              </a:extLst>
            </p:cNvPr>
            <p:cNvSpPr/>
            <p:nvPr/>
          </p:nvSpPr>
          <p:spPr>
            <a:xfrm>
              <a:off x="8240104" y="5002140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93" name="Rounded Rectangle 292">
              <a:extLst>
                <a:ext uri="{FF2B5EF4-FFF2-40B4-BE49-F238E27FC236}">
                  <a16:creationId xmlns:a16="http://schemas.microsoft.com/office/drawing/2014/main" id="{9234C474-BE82-162B-A61F-81736EC940DB}"/>
                </a:ext>
              </a:extLst>
            </p:cNvPr>
            <p:cNvSpPr/>
            <p:nvPr/>
          </p:nvSpPr>
          <p:spPr>
            <a:xfrm>
              <a:off x="8236058" y="4260130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94" name="Rounded Rectangle 293">
              <a:extLst>
                <a:ext uri="{FF2B5EF4-FFF2-40B4-BE49-F238E27FC236}">
                  <a16:creationId xmlns:a16="http://schemas.microsoft.com/office/drawing/2014/main" id="{7367C9A9-3C22-B067-A07C-DA775988124E}"/>
                </a:ext>
              </a:extLst>
            </p:cNvPr>
            <p:cNvSpPr/>
            <p:nvPr/>
          </p:nvSpPr>
          <p:spPr>
            <a:xfrm>
              <a:off x="8236058" y="3608209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95" name="Rounded Rectangle 294">
              <a:extLst>
                <a:ext uri="{FF2B5EF4-FFF2-40B4-BE49-F238E27FC236}">
                  <a16:creationId xmlns:a16="http://schemas.microsoft.com/office/drawing/2014/main" id="{F5D6C120-2B25-4CBB-3F41-2295D1C0FF34}"/>
                </a:ext>
              </a:extLst>
            </p:cNvPr>
            <p:cNvSpPr/>
            <p:nvPr/>
          </p:nvSpPr>
          <p:spPr>
            <a:xfrm>
              <a:off x="8236058" y="2865671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96" name="Rounded Rectangle 295">
              <a:extLst>
                <a:ext uri="{FF2B5EF4-FFF2-40B4-BE49-F238E27FC236}">
                  <a16:creationId xmlns:a16="http://schemas.microsoft.com/office/drawing/2014/main" id="{39747043-E760-D527-9762-1A2BF75AF098}"/>
                </a:ext>
              </a:extLst>
            </p:cNvPr>
            <p:cNvSpPr/>
            <p:nvPr/>
          </p:nvSpPr>
          <p:spPr>
            <a:xfrm>
              <a:off x="8236058" y="2213220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97" name="Rounded Rectangle 296">
              <a:extLst>
                <a:ext uri="{FF2B5EF4-FFF2-40B4-BE49-F238E27FC236}">
                  <a16:creationId xmlns:a16="http://schemas.microsoft.com/office/drawing/2014/main" id="{F48E894C-81C9-02CE-5ADD-8A281F061083}"/>
                </a:ext>
              </a:extLst>
            </p:cNvPr>
            <p:cNvSpPr/>
            <p:nvPr/>
          </p:nvSpPr>
          <p:spPr>
            <a:xfrm>
              <a:off x="8236058" y="1471212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F4B942"/>
            </a:solidFill>
            <a:ln w="82550">
              <a:solidFill>
                <a:srgbClr val="F4B9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98" name="Rounded Rectangle 297">
              <a:extLst>
                <a:ext uri="{FF2B5EF4-FFF2-40B4-BE49-F238E27FC236}">
                  <a16:creationId xmlns:a16="http://schemas.microsoft.com/office/drawing/2014/main" id="{DCC2464D-45C5-7AAF-CBC4-315990F23147}"/>
                </a:ext>
              </a:extLst>
            </p:cNvPr>
            <p:cNvSpPr/>
            <p:nvPr/>
          </p:nvSpPr>
          <p:spPr>
            <a:xfrm>
              <a:off x="8236058" y="818761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2399FFD1-1366-D393-5E05-67BE079015D7}"/>
              </a:ext>
            </a:extLst>
          </p:cNvPr>
          <p:cNvGrpSpPr/>
          <p:nvPr/>
        </p:nvGrpSpPr>
        <p:grpSpPr>
          <a:xfrm>
            <a:off x="10052004" y="195916"/>
            <a:ext cx="1311940" cy="981523"/>
            <a:chOff x="10052004" y="195916"/>
            <a:chExt cx="1311940" cy="981523"/>
          </a:xfrm>
        </p:grpSpPr>
        <p:sp>
          <p:nvSpPr>
            <p:cNvPr id="159" name="Rounded Rectangle 158">
              <a:extLst>
                <a:ext uri="{FF2B5EF4-FFF2-40B4-BE49-F238E27FC236}">
                  <a16:creationId xmlns:a16="http://schemas.microsoft.com/office/drawing/2014/main" id="{859666B8-B92B-FA8C-5FB1-F2F2A87BE392}"/>
                </a:ext>
              </a:extLst>
            </p:cNvPr>
            <p:cNvSpPr/>
            <p:nvPr/>
          </p:nvSpPr>
          <p:spPr>
            <a:xfrm>
              <a:off x="10708807" y="361158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0" name="Rounded Rectangle 159">
              <a:extLst>
                <a:ext uri="{FF2B5EF4-FFF2-40B4-BE49-F238E27FC236}">
                  <a16:creationId xmlns:a16="http://schemas.microsoft.com/office/drawing/2014/main" id="{78754C99-2412-1EAE-D256-58F9A98A8957}"/>
                </a:ext>
              </a:extLst>
            </p:cNvPr>
            <p:cNvSpPr/>
            <p:nvPr/>
          </p:nvSpPr>
          <p:spPr>
            <a:xfrm>
              <a:off x="10052004" y="602855"/>
              <a:ext cx="330384" cy="337505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  <p:cxnSp>
          <p:nvCxnSpPr>
            <p:cNvPr id="161" name="Elbow Connector 160">
              <a:extLst>
                <a:ext uri="{FF2B5EF4-FFF2-40B4-BE49-F238E27FC236}">
                  <a16:creationId xmlns:a16="http://schemas.microsoft.com/office/drawing/2014/main" id="{FF754F48-0876-5EEE-F324-37133BE1386F}"/>
                </a:ext>
              </a:extLst>
            </p:cNvPr>
            <p:cNvCxnSpPr>
              <a:cxnSpLocks/>
              <a:stCxn id="159" idx="1"/>
              <a:endCxn id="160" idx="3"/>
            </p:cNvCxnSpPr>
            <p:nvPr/>
          </p:nvCxnSpPr>
          <p:spPr>
            <a:xfrm rot="10800000" flipV="1">
              <a:off x="10382389" y="443072"/>
              <a:ext cx="326419" cy="328535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Elbow Connector 161">
              <a:extLst>
                <a:ext uri="{FF2B5EF4-FFF2-40B4-BE49-F238E27FC236}">
                  <a16:creationId xmlns:a16="http://schemas.microsoft.com/office/drawing/2014/main" id="{784E400C-81C6-A963-D833-06E0CC25BFEF}"/>
                </a:ext>
              </a:extLst>
            </p:cNvPr>
            <p:cNvCxnSpPr>
              <a:cxnSpLocks/>
              <a:stCxn id="158" idx="1"/>
              <a:endCxn id="160" idx="3"/>
            </p:cNvCxnSpPr>
            <p:nvPr/>
          </p:nvCxnSpPr>
          <p:spPr>
            <a:xfrm rot="10800000">
              <a:off x="10382389" y="771608"/>
              <a:ext cx="326419" cy="323916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Elbow Connector 162">
              <a:extLst>
                <a:ext uri="{FF2B5EF4-FFF2-40B4-BE49-F238E27FC236}">
                  <a16:creationId xmlns:a16="http://schemas.microsoft.com/office/drawing/2014/main" id="{A554F2CE-2F2C-04E1-3DAE-295C2E01E31D}"/>
                </a:ext>
              </a:extLst>
            </p:cNvPr>
            <p:cNvCxnSpPr>
              <a:cxnSpLocks/>
              <a:stCxn id="169" idx="1"/>
              <a:endCxn id="159" idx="3"/>
            </p:cNvCxnSpPr>
            <p:nvPr/>
          </p:nvCxnSpPr>
          <p:spPr>
            <a:xfrm rot="10800000" flipV="1">
              <a:off x="10870642" y="277831"/>
              <a:ext cx="331469" cy="165242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Elbow Connector 163">
              <a:extLst>
                <a:ext uri="{FF2B5EF4-FFF2-40B4-BE49-F238E27FC236}">
                  <a16:creationId xmlns:a16="http://schemas.microsoft.com/office/drawing/2014/main" id="{D54D922F-6567-3F06-491A-99422189E0B0}"/>
                </a:ext>
              </a:extLst>
            </p:cNvPr>
            <p:cNvCxnSpPr>
              <a:cxnSpLocks/>
              <a:stCxn id="168" idx="1"/>
              <a:endCxn id="159" idx="3"/>
            </p:cNvCxnSpPr>
            <p:nvPr/>
          </p:nvCxnSpPr>
          <p:spPr>
            <a:xfrm rot="10800000">
              <a:off x="10870642" y="443074"/>
              <a:ext cx="331469" cy="163831"/>
            </a:xfrm>
            <a:prstGeom prst="bentConnector3">
              <a:avLst>
                <a:gd name="adj1" fmla="val 50000"/>
              </a:avLst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Rounded Rectangle 167">
              <a:extLst>
                <a:ext uri="{FF2B5EF4-FFF2-40B4-BE49-F238E27FC236}">
                  <a16:creationId xmlns:a16="http://schemas.microsoft.com/office/drawing/2014/main" id="{9327FECC-2BB2-030C-6385-A61FAEAEA40E}"/>
                </a:ext>
              </a:extLst>
            </p:cNvPr>
            <p:cNvSpPr/>
            <p:nvPr/>
          </p:nvSpPr>
          <p:spPr>
            <a:xfrm>
              <a:off x="11202110" y="524989"/>
              <a:ext cx="161834" cy="163830"/>
            </a:xfrm>
            <a:prstGeom prst="roundRect">
              <a:avLst>
                <a:gd name="adj" fmla="val 3473"/>
              </a:avLst>
            </a:prstGeom>
            <a:noFill/>
            <a:ln w="825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169" name="Rounded Rectangle 168">
              <a:extLst>
                <a:ext uri="{FF2B5EF4-FFF2-40B4-BE49-F238E27FC236}">
                  <a16:creationId xmlns:a16="http://schemas.microsoft.com/office/drawing/2014/main" id="{E7A24036-086B-1EEB-5C38-2B1E839D47E0}"/>
                </a:ext>
              </a:extLst>
            </p:cNvPr>
            <p:cNvSpPr/>
            <p:nvPr/>
          </p:nvSpPr>
          <p:spPr>
            <a:xfrm>
              <a:off x="11202110" y="195916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F4B942"/>
            </a:solidFill>
            <a:ln w="82550">
              <a:solidFill>
                <a:srgbClr val="F4B9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  <p:sp>
          <p:nvSpPr>
            <p:cNvPr id="158" name="Rounded Rectangle 157">
              <a:extLst>
                <a:ext uri="{FF2B5EF4-FFF2-40B4-BE49-F238E27FC236}">
                  <a16:creationId xmlns:a16="http://schemas.microsoft.com/office/drawing/2014/main" id="{C4C6716F-8DB9-73EF-D891-0FBA6E9D85A5}"/>
                </a:ext>
              </a:extLst>
            </p:cNvPr>
            <p:cNvSpPr/>
            <p:nvPr/>
          </p:nvSpPr>
          <p:spPr>
            <a:xfrm>
              <a:off x="10708807" y="1013609"/>
              <a:ext cx="161834" cy="163830"/>
            </a:xfrm>
            <a:prstGeom prst="roundRect">
              <a:avLst>
                <a:gd name="adj" fmla="val 3473"/>
              </a:avLst>
            </a:prstGeom>
            <a:solidFill>
              <a:srgbClr val="F4B942"/>
            </a:solidFill>
            <a:ln w="82550">
              <a:solidFill>
                <a:srgbClr val="F4B9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1D2DC027-55B0-1E58-3887-B22CB3E0B783}"/>
              </a:ext>
            </a:extLst>
          </p:cNvPr>
          <p:cNvGrpSpPr/>
          <p:nvPr/>
        </p:nvGrpSpPr>
        <p:grpSpPr>
          <a:xfrm>
            <a:off x="859912" y="5225915"/>
            <a:ext cx="1143000" cy="1143000"/>
            <a:chOff x="4822207" y="4909757"/>
            <a:chExt cx="1143000" cy="1143000"/>
          </a:xfrm>
        </p:grpSpPr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70ABD7A2-01C6-AC90-E05A-9E215C4EF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22207" y="4909757"/>
              <a:ext cx="1143000" cy="1143000"/>
            </a:xfrm>
            <a:prstGeom prst="ellipse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7" name="Picture 306" descr="A white paper with a black background&#10;&#10;Description automatically generated">
              <a:extLst>
                <a:ext uri="{FF2B5EF4-FFF2-40B4-BE49-F238E27FC236}">
                  <a16:creationId xmlns:a16="http://schemas.microsoft.com/office/drawing/2014/main" id="{AE961AA1-7BF8-BE45-837B-7E9B27B3E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77778" y="5108178"/>
              <a:ext cx="786138" cy="7875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873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C5F029C-A377-A9E9-F06F-848B1B785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90600"/>
            <a:ext cx="4876800" cy="48768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6259297-DA3B-42A6-7F79-C64898F6A076}"/>
              </a:ext>
            </a:extLst>
          </p:cNvPr>
          <p:cNvGrpSpPr/>
          <p:nvPr/>
        </p:nvGrpSpPr>
        <p:grpSpPr>
          <a:xfrm>
            <a:off x="4296949" y="2568809"/>
            <a:ext cx="2285851" cy="676759"/>
            <a:chOff x="4404252" y="2707040"/>
            <a:chExt cx="2285851" cy="676759"/>
          </a:xfrm>
        </p:grpSpPr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739B6CF8-25A3-5A09-1BE0-B863B2A42E97}"/>
                </a:ext>
              </a:extLst>
            </p:cNvPr>
            <p:cNvSpPr/>
            <p:nvPr/>
          </p:nvSpPr>
          <p:spPr>
            <a:xfrm>
              <a:off x="4737316" y="2893019"/>
              <a:ext cx="1952787" cy="268637"/>
            </a:xfrm>
            <a:prstGeom prst="parallelogram">
              <a:avLst>
                <a:gd name="adj" fmla="val 269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B81881E-DD7E-2FA8-CA58-CB63D97E26E2}"/>
                </a:ext>
              </a:extLst>
            </p:cNvPr>
            <p:cNvSpPr/>
            <p:nvPr/>
          </p:nvSpPr>
          <p:spPr>
            <a:xfrm>
              <a:off x="4404252" y="2707040"/>
              <a:ext cx="459783" cy="676759"/>
            </a:xfrm>
            <a:custGeom>
              <a:avLst/>
              <a:gdLst>
                <a:gd name="connsiteX0" fmla="*/ 459783 w 459783"/>
                <a:gd name="connsiteY0" fmla="*/ 0 h 676759"/>
                <a:gd name="connsiteX1" fmla="*/ 284135 w 459783"/>
                <a:gd name="connsiteY1" fmla="*/ 676759 h 676759"/>
                <a:gd name="connsiteX2" fmla="*/ 0 w 459783"/>
                <a:gd name="connsiteY2" fmla="*/ 289302 h 676759"/>
                <a:gd name="connsiteX3" fmla="*/ 459783 w 459783"/>
                <a:gd name="connsiteY3" fmla="*/ 0 h 6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9783" h="676759">
                  <a:moveTo>
                    <a:pt x="459783" y="0"/>
                  </a:moveTo>
                  <a:lnTo>
                    <a:pt x="284135" y="676759"/>
                  </a:lnTo>
                  <a:lnTo>
                    <a:pt x="0" y="289302"/>
                  </a:lnTo>
                  <a:lnTo>
                    <a:pt x="45978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747AD9-16F0-4930-AE07-5BCC56A390CE}"/>
              </a:ext>
            </a:extLst>
          </p:cNvPr>
          <p:cNvGrpSpPr/>
          <p:nvPr/>
        </p:nvGrpSpPr>
        <p:grpSpPr>
          <a:xfrm flipH="1" flipV="1">
            <a:off x="5613566" y="2026368"/>
            <a:ext cx="2285851" cy="676759"/>
            <a:chOff x="4404252" y="2707040"/>
            <a:chExt cx="2285851" cy="676759"/>
          </a:xfrm>
        </p:grpSpPr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9D520C22-3182-3649-EEC4-C2C88E396F3E}"/>
                </a:ext>
              </a:extLst>
            </p:cNvPr>
            <p:cNvSpPr/>
            <p:nvPr/>
          </p:nvSpPr>
          <p:spPr>
            <a:xfrm>
              <a:off x="4737316" y="2893019"/>
              <a:ext cx="1952787" cy="268637"/>
            </a:xfrm>
            <a:prstGeom prst="parallelogram">
              <a:avLst>
                <a:gd name="adj" fmla="val 269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A8FECA7-053C-57EE-F047-1DF0F7918584}"/>
                </a:ext>
              </a:extLst>
            </p:cNvPr>
            <p:cNvSpPr/>
            <p:nvPr/>
          </p:nvSpPr>
          <p:spPr>
            <a:xfrm>
              <a:off x="4404252" y="2707040"/>
              <a:ext cx="459783" cy="676759"/>
            </a:xfrm>
            <a:custGeom>
              <a:avLst/>
              <a:gdLst>
                <a:gd name="connsiteX0" fmla="*/ 459783 w 459783"/>
                <a:gd name="connsiteY0" fmla="*/ 0 h 676759"/>
                <a:gd name="connsiteX1" fmla="*/ 284135 w 459783"/>
                <a:gd name="connsiteY1" fmla="*/ 676759 h 676759"/>
                <a:gd name="connsiteX2" fmla="*/ 0 w 459783"/>
                <a:gd name="connsiteY2" fmla="*/ 289302 h 676759"/>
                <a:gd name="connsiteX3" fmla="*/ 459783 w 459783"/>
                <a:gd name="connsiteY3" fmla="*/ 0 h 67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9783" h="676759">
                  <a:moveTo>
                    <a:pt x="459783" y="0"/>
                  </a:moveTo>
                  <a:lnTo>
                    <a:pt x="284135" y="676759"/>
                  </a:lnTo>
                  <a:lnTo>
                    <a:pt x="0" y="289302"/>
                  </a:lnTo>
                  <a:lnTo>
                    <a:pt x="45978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809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Fiore</dc:creator>
  <cp:lastModifiedBy>Marco Fiore</cp:lastModifiedBy>
  <cp:revision>8</cp:revision>
  <dcterms:created xsi:type="dcterms:W3CDTF">2024-07-21T11:03:36Z</dcterms:created>
  <dcterms:modified xsi:type="dcterms:W3CDTF">2024-07-21T17:18:27Z</dcterms:modified>
</cp:coreProperties>
</file>