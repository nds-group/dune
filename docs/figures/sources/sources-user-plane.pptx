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61" r:id="rId2"/>
  </p:sldIdLst>
  <p:sldSz cx="1307623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9884"/>
    <a:srgbClr val="F4B942"/>
    <a:srgbClr val="6B9AC4"/>
    <a:srgbClr val="97D8C4"/>
    <a:srgbClr val="4059AD"/>
    <a:srgbClr val="EFF2F1"/>
    <a:srgbClr val="FFE0C0"/>
    <a:srgbClr val="FFE0A0"/>
    <a:srgbClr val="F0F0F0"/>
    <a:srgbClr val="E56B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07"/>
    <p:restoredTop sz="94674"/>
  </p:normalViewPr>
  <p:slideViewPr>
    <p:cSldViewPr snapToGrid="0">
      <p:cViewPr varScale="1">
        <p:scale>
          <a:sx n="73" d="100"/>
          <a:sy n="73" d="100"/>
        </p:scale>
        <p:origin x="14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DB784-75C3-B44E-95C3-794B225B6220}" type="datetimeFigureOut">
              <a:rPr lang="en-US" smtClean="0"/>
              <a:t>7/30/24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3963" y="1143000"/>
            <a:ext cx="4410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66573-0440-F442-AA8E-C243D449A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37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23963" y="1143000"/>
            <a:ext cx="44100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66573-0440-F442-AA8E-C243D449A1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27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0718" y="1496484"/>
            <a:ext cx="11114802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4530" y="4802717"/>
            <a:ext cx="9807179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1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12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182" y="2279653"/>
            <a:ext cx="11278255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182" y="6119286"/>
            <a:ext cx="11278255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0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8991" y="2434167"/>
            <a:ext cx="5557401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9846" y="2434167"/>
            <a:ext cx="5557401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7/30/24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4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695" y="486836"/>
            <a:ext cx="1127825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696" y="2241551"/>
            <a:ext cx="5531861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0696" y="3340100"/>
            <a:ext cx="553186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19846" y="2241551"/>
            <a:ext cx="5559104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19846" y="3340100"/>
            <a:ext cx="5559104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7/30/24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30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7/30/24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6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7/30/24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695" y="609600"/>
            <a:ext cx="421742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9105" y="1316569"/>
            <a:ext cx="661984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695" y="2743200"/>
            <a:ext cx="421742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7/30/24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2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695" y="609600"/>
            <a:ext cx="421742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59105" y="1316569"/>
            <a:ext cx="661984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695" y="2743200"/>
            <a:ext cx="421742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7/30/24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9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5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57683" y="486834"/>
            <a:ext cx="2819564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8992" y="486834"/>
            <a:ext cx="829523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8992" y="486836"/>
            <a:ext cx="1127825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8992" y="2434167"/>
            <a:ext cx="1127825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8991" y="8475136"/>
            <a:ext cx="2942154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0D6CD-EDD6-FE48-848A-5096DBC5F615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31504" y="8475136"/>
            <a:ext cx="441323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35093" y="8475136"/>
            <a:ext cx="2942154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5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09144FCC-51A2-0B81-6423-E477FE7B6648}"/>
              </a:ext>
            </a:extLst>
          </p:cNvPr>
          <p:cNvCxnSpPr/>
          <p:nvPr/>
        </p:nvCxnSpPr>
        <p:spPr>
          <a:xfrm>
            <a:off x="131673" y="2349212"/>
            <a:ext cx="1227083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Rounded Rectangle 296">
            <a:extLst>
              <a:ext uri="{FF2B5EF4-FFF2-40B4-BE49-F238E27FC236}">
                <a16:creationId xmlns:a16="http://schemas.microsoft.com/office/drawing/2014/main" id="{F87999AB-5E13-53FD-CB03-2A9415A9A606}"/>
              </a:ext>
            </a:extLst>
          </p:cNvPr>
          <p:cNvSpPr/>
          <p:nvPr/>
        </p:nvSpPr>
        <p:spPr>
          <a:xfrm>
            <a:off x="5617162" y="3505832"/>
            <a:ext cx="3089273" cy="4824145"/>
          </a:xfrm>
          <a:prstGeom prst="roundRect">
            <a:avLst>
              <a:gd name="adj" fmla="val 11457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8" name="Rounded Rectangle 297">
            <a:extLst>
              <a:ext uri="{FF2B5EF4-FFF2-40B4-BE49-F238E27FC236}">
                <a16:creationId xmlns:a16="http://schemas.microsoft.com/office/drawing/2014/main" id="{361B2A33-394B-5273-94AB-6A5D8E4235C3}"/>
              </a:ext>
            </a:extLst>
          </p:cNvPr>
          <p:cNvSpPr/>
          <p:nvPr/>
        </p:nvSpPr>
        <p:spPr>
          <a:xfrm>
            <a:off x="9313237" y="3490254"/>
            <a:ext cx="3089273" cy="4824145"/>
          </a:xfrm>
          <a:prstGeom prst="roundRect">
            <a:avLst>
              <a:gd name="adj" fmla="val 11457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9" name="Rounded Rectangle 298">
            <a:extLst>
              <a:ext uri="{FF2B5EF4-FFF2-40B4-BE49-F238E27FC236}">
                <a16:creationId xmlns:a16="http://schemas.microsoft.com/office/drawing/2014/main" id="{25F354C8-DB59-44BF-5811-BFED9FFD8859}"/>
              </a:ext>
            </a:extLst>
          </p:cNvPr>
          <p:cNvSpPr/>
          <p:nvPr/>
        </p:nvSpPr>
        <p:spPr>
          <a:xfrm>
            <a:off x="1920685" y="3490254"/>
            <a:ext cx="3089273" cy="4824145"/>
          </a:xfrm>
          <a:prstGeom prst="roundRect">
            <a:avLst>
              <a:gd name="adj" fmla="val 11457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00" name="Elbow Connector 299">
            <a:extLst>
              <a:ext uri="{FF2B5EF4-FFF2-40B4-BE49-F238E27FC236}">
                <a16:creationId xmlns:a16="http://schemas.microsoft.com/office/drawing/2014/main" id="{7DC30559-0A70-71CF-8237-E0E8C3FB4CEE}"/>
              </a:ext>
            </a:extLst>
          </p:cNvPr>
          <p:cNvCxnSpPr>
            <a:cxnSpLocks/>
          </p:cNvCxnSpPr>
          <p:nvPr/>
        </p:nvCxnSpPr>
        <p:spPr>
          <a:xfrm>
            <a:off x="1606672" y="7148975"/>
            <a:ext cx="7242814" cy="1212969"/>
          </a:xfrm>
          <a:prstGeom prst="bent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Elbow Connector 300">
            <a:extLst>
              <a:ext uri="{FF2B5EF4-FFF2-40B4-BE49-F238E27FC236}">
                <a16:creationId xmlns:a16="http://schemas.microsoft.com/office/drawing/2014/main" id="{9ED9BF61-FBE4-DADB-1EEF-BBF6EA09E74F}"/>
              </a:ext>
            </a:extLst>
          </p:cNvPr>
          <p:cNvCxnSpPr>
            <a:cxnSpLocks/>
          </p:cNvCxnSpPr>
          <p:nvPr/>
        </p:nvCxnSpPr>
        <p:spPr>
          <a:xfrm>
            <a:off x="1732499" y="6602383"/>
            <a:ext cx="7278351" cy="1759561"/>
          </a:xfrm>
          <a:prstGeom prst="bent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Elbow Connector 301">
            <a:extLst>
              <a:ext uri="{FF2B5EF4-FFF2-40B4-BE49-F238E27FC236}">
                <a16:creationId xmlns:a16="http://schemas.microsoft.com/office/drawing/2014/main" id="{72DB8BA6-EC88-8372-E6DC-3B8CC3CCEA6A}"/>
              </a:ext>
            </a:extLst>
          </p:cNvPr>
          <p:cNvCxnSpPr>
            <a:cxnSpLocks/>
          </p:cNvCxnSpPr>
          <p:nvPr/>
        </p:nvCxnSpPr>
        <p:spPr>
          <a:xfrm>
            <a:off x="1657546" y="6054634"/>
            <a:ext cx="7514668" cy="2307310"/>
          </a:xfrm>
          <a:prstGeom prst="bent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TextBox 302">
            <a:extLst>
              <a:ext uri="{FF2B5EF4-FFF2-40B4-BE49-F238E27FC236}">
                <a16:creationId xmlns:a16="http://schemas.microsoft.com/office/drawing/2014/main" id="{D7F97ECA-5AE7-2980-B4F9-36114A5ABCD5}"/>
              </a:ext>
            </a:extLst>
          </p:cNvPr>
          <p:cNvSpPr txBox="1"/>
          <p:nvPr/>
        </p:nvSpPr>
        <p:spPr>
          <a:xfrm>
            <a:off x="8775460" y="8317444"/>
            <a:ext cx="4687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304" name="Picture 303" descr="A white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DB51D058-0C30-767D-6EB7-F2E956EDB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757" y="2396943"/>
            <a:ext cx="956351" cy="965237"/>
          </a:xfrm>
          <a:prstGeom prst="rect">
            <a:avLst/>
          </a:prstGeom>
        </p:spPr>
      </p:pic>
      <p:pic>
        <p:nvPicPr>
          <p:cNvPr id="305" name="Picture 304" descr="A white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BB59C795-973B-4EF2-F8C9-F1B1F5EA9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48" y="2392013"/>
            <a:ext cx="956351" cy="965237"/>
          </a:xfrm>
          <a:prstGeom prst="rect">
            <a:avLst/>
          </a:prstGeom>
        </p:spPr>
      </p:pic>
      <p:pic>
        <p:nvPicPr>
          <p:cNvPr id="306" name="Picture 305" descr="A white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78FFB5D4-4513-83F5-99A9-D1C0BE1C9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9697" y="2392013"/>
            <a:ext cx="956351" cy="965237"/>
          </a:xfrm>
          <a:prstGeom prst="rect">
            <a:avLst/>
          </a:prstGeom>
        </p:spPr>
      </p:pic>
      <p:sp>
        <p:nvSpPr>
          <p:cNvPr id="307" name="TextBox 306">
            <a:extLst>
              <a:ext uri="{FF2B5EF4-FFF2-40B4-BE49-F238E27FC236}">
                <a16:creationId xmlns:a16="http://schemas.microsoft.com/office/drawing/2014/main" id="{0BEA9483-A4BD-BA58-47D1-66049D7A5838}"/>
              </a:ext>
            </a:extLst>
          </p:cNvPr>
          <p:cNvSpPr txBox="1"/>
          <p:nvPr/>
        </p:nvSpPr>
        <p:spPr>
          <a:xfrm>
            <a:off x="538760" y="59538"/>
            <a:ext cx="1795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Forwarding</a:t>
            </a:r>
          </a:p>
        </p:txBody>
      </p:sp>
      <p:pic>
        <p:nvPicPr>
          <p:cNvPr id="308" name="Picture 30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8D4AB8D-52B7-B406-FB86-67D581C00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851" y="987459"/>
            <a:ext cx="1281072" cy="1281072"/>
          </a:xfrm>
          <a:prstGeom prst="rect">
            <a:avLst/>
          </a:prstGeom>
        </p:spPr>
      </p:pic>
      <p:sp>
        <p:nvSpPr>
          <p:cNvPr id="309" name="TextBox 308">
            <a:extLst>
              <a:ext uri="{FF2B5EF4-FFF2-40B4-BE49-F238E27FC236}">
                <a16:creationId xmlns:a16="http://schemas.microsoft.com/office/drawing/2014/main" id="{6280E569-318E-22FE-63EC-56E6BF2D17AC}"/>
              </a:ext>
            </a:extLst>
          </p:cNvPr>
          <p:cNvSpPr txBox="1"/>
          <p:nvPr/>
        </p:nvSpPr>
        <p:spPr>
          <a:xfrm>
            <a:off x="-362454" y="3796487"/>
            <a:ext cx="21154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Non-target traffic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351D2634-203F-C450-E52B-76142E4B14AD}"/>
              </a:ext>
            </a:extLst>
          </p:cNvPr>
          <p:cNvSpPr txBox="1"/>
          <p:nvPr/>
        </p:nvSpPr>
        <p:spPr>
          <a:xfrm>
            <a:off x="1611337" y="3711116"/>
            <a:ext cx="5410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spc="-15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E1807FAF-99E9-D91E-1AF2-214B23C6CC9B}"/>
              </a:ext>
            </a:extLst>
          </p:cNvPr>
          <p:cNvSpPr txBox="1"/>
          <p:nvPr/>
        </p:nvSpPr>
        <p:spPr>
          <a:xfrm>
            <a:off x="135811" y="4661234"/>
            <a:ext cx="1234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4173BE55-A4D9-99F9-3274-8D799E3DAFE8}"/>
              </a:ext>
            </a:extLst>
          </p:cNvPr>
          <p:cNvSpPr/>
          <p:nvPr/>
        </p:nvSpPr>
        <p:spPr>
          <a:xfrm>
            <a:off x="1397760" y="4743852"/>
            <a:ext cx="336177" cy="315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cxnSp>
        <p:nvCxnSpPr>
          <p:cNvPr id="313" name="Elbow Connector 312">
            <a:extLst>
              <a:ext uri="{FF2B5EF4-FFF2-40B4-BE49-F238E27FC236}">
                <a16:creationId xmlns:a16="http://schemas.microsoft.com/office/drawing/2014/main" id="{454D2455-8F3F-FF63-1059-19EB18935F38}"/>
              </a:ext>
            </a:extLst>
          </p:cNvPr>
          <p:cNvCxnSpPr>
            <a:cxnSpLocks/>
          </p:cNvCxnSpPr>
          <p:nvPr/>
        </p:nvCxnSpPr>
        <p:spPr>
          <a:xfrm flipV="1">
            <a:off x="1740624" y="3558743"/>
            <a:ext cx="3581733" cy="533620"/>
          </a:xfrm>
          <a:prstGeom prst="bent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Elbow Connector 313">
            <a:extLst>
              <a:ext uri="{FF2B5EF4-FFF2-40B4-BE49-F238E27FC236}">
                <a16:creationId xmlns:a16="http://schemas.microsoft.com/office/drawing/2014/main" id="{6F234AC4-9DCC-E8EB-976C-58298492AAF6}"/>
              </a:ext>
            </a:extLst>
          </p:cNvPr>
          <p:cNvCxnSpPr>
            <a:cxnSpLocks/>
          </p:cNvCxnSpPr>
          <p:nvPr/>
        </p:nvCxnSpPr>
        <p:spPr>
          <a:xfrm flipV="1">
            <a:off x="1744945" y="3543041"/>
            <a:ext cx="7130232" cy="821496"/>
          </a:xfrm>
          <a:prstGeom prst="bent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52BC596C-411D-FB76-AD02-0A328035ED87}"/>
              </a:ext>
            </a:extLst>
          </p:cNvPr>
          <p:cNvCxnSpPr>
            <a:cxnSpLocks/>
            <a:stCxn id="312" idx="3"/>
          </p:cNvCxnSpPr>
          <p:nvPr/>
        </p:nvCxnSpPr>
        <p:spPr>
          <a:xfrm>
            <a:off x="1733937" y="4901630"/>
            <a:ext cx="10915288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AFB43925-B2BA-8810-8805-4B3467BC07DD}"/>
              </a:ext>
            </a:extLst>
          </p:cNvPr>
          <p:cNvCxnSpPr>
            <a:cxnSpLocks/>
          </p:cNvCxnSpPr>
          <p:nvPr/>
        </p:nvCxnSpPr>
        <p:spPr>
          <a:xfrm>
            <a:off x="1436497" y="5464536"/>
            <a:ext cx="11212728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Rounded Rectangle 316">
            <a:extLst>
              <a:ext uri="{FF2B5EF4-FFF2-40B4-BE49-F238E27FC236}">
                <a16:creationId xmlns:a16="http://schemas.microsoft.com/office/drawing/2014/main" id="{50AB157C-71EB-8C65-19D1-C9236E22BF81}"/>
              </a:ext>
            </a:extLst>
          </p:cNvPr>
          <p:cNvSpPr/>
          <p:nvPr/>
        </p:nvSpPr>
        <p:spPr>
          <a:xfrm rot="16200000">
            <a:off x="2572915" y="5121592"/>
            <a:ext cx="1804037" cy="697103"/>
          </a:xfrm>
          <a:prstGeom prst="roundRect">
            <a:avLst>
              <a:gd name="adj" fmla="val 27980"/>
            </a:avLst>
          </a:prstGeom>
          <a:solidFill>
            <a:srgbClr val="97D8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8" name="Elbow Connector 317">
            <a:extLst>
              <a:ext uri="{FF2B5EF4-FFF2-40B4-BE49-F238E27FC236}">
                <a16:creationId xmlns:a16="http://schemas.microsoft.com/office/drawing/2014/main" id="{E4E9CADB-E190-7E52-FC95-4E37042D76AC}"/>
              </a:ext>
            </a:extLst>
          </p:cNvPr>
          <p:cNvCxnSpPr>
            <a:cxnSpLocks/>
          </p:cNvCxnSpPr>
          <p:nvPr/>
        </p:nvCxnSpPr>
        <p:spPr>
          <a:xfrm>
            <a:off x="1436497" y="7701741"/>
            <a:ext cx="3879743" cy="670513"/>
          </a:xfrm>
          <a:prstGeom prst="bent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ounded Rectangle 318">
            <a:extLst>
              <a:ext uri="{FF2B5EF4-FFF2-40B4-BE49-F238E27FC236}">
                <a16:creationId xmlns:a16="http://schemas.microsoft.com/office/drawing/2014/main" id="{DD98CA60-35D2-52A6-7B89-EC2E0AA4CB45}"/>
              </a:ext>
            </a:extLst>
          </p:cNvPr>
          <p:cNvSpPr/>
          <p:nvPr/>
        </p:nvSpPr>
        <p:spPr>
          <a:xfrm rot="16200000">
            <a:off x="3488762" y="5118109"/>
            <a:ext cx="1804036" cy="697103"/>
          </a:xfrm>
          <a:prstGeom prst="roundRect">
            <a:avLst>
              <a:gd name="adj" fmla="val 27980"/>
            </a:avLst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3E5AA33-4BEC-9D96-88C8-19D9219712B5}"/>
              </a:ext>
            </a:extLst>
          </p:cNvPr>
          <p:cNvSpPr txBox="1"/>
          <p:nvPr/>
        </p:nvSpPr>
        <p:spPr>
          <a:xfrm>
            <a:off x="182955" y="5203695"/>
            <a:ext cx="1185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BB7C5912-2CD9-AD7C-18F9-47D437C0E802}"/>
              </a:ext>
            </a:extLst>
          </p:cNvPr>
          <p:cNvSpPr/>
          <p:nvPr/>
        </p:nvSpPr>
        <p:spPr>
          <a:xfrm>
            <a:off x="1396322" y="5286313"/>
            <a:ext cx="336177" cy="315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A1D9104F-F638-2975-C88F-E10AFB267C1B}"/>
              </a:ext>
            </a:extLst>
          </p:cNvPr>
          <p:cNvSpPr txBox="1"/>
          <p:nvPr/>
        </p:nvSpPr>
        <p:spPr>
          <a:xfrm>
            <a:off x="165519" y="5773050"/>
            <a:ext cx="1202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ABB4778F-218B-4343-AC75-F28DA742E2CC}"/>
              </a:ext>
            </a:extLst>
          </p:cNvPr>
          <p:cNvSpPr/>
          <p:nvPr/>
        </p:nvSpPr>
        <p:spPr>
          <a:xfrm>
            <a:off x="1396322" y="5855668"/>
            <a:ext cx="336177" cy="315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4C1062AF-7EB0-2F99-16C8-CAC77405897E}"/>
              </a:ext>
            </a:extLst>
          </p:cNvPr>
          <p:cNvSpPr txBox="1"/>
          <p:nvPr/>
        </p:nvSpPr>
        <p:spPr>
          <a:xfrm>
            <a:off x="124992" y="6345269"/>
            <a:ext cx="1244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3C2FA7DC-624B-C80F-2E06-F2D6B5A833BD}"/>
              </a:ext>
            </a:extLst>
          </p:cNvPr>
          <p:cNvSpPr/>
          <p:nvPr/>
        </p:nvSpPr>
        <p:spPr>
          <a:xfrm>
            <a:off x="1397723" y="6427887"/>
            <a:ext cx="336177" cy="315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C19E2263-175C-785E-BCAB-E654B8EBBBAC}"/>
              </a:ext>
            </a:extLst>
          </p:cNvPr>
          <p:cNvSpPr txBox="1"/>
          <p:nvPr/>
        </p:nvSpPr>
        <p:spPr>
          <a:xfrm>
            <a:off x="124992" y="6885794"/>
            <a:ext cx="1254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DE7B8DE-52F7-152B-CA8E-3E0A634A19B7}"/>
              </a:ext>
            </a:extLst>
          </p:cNvPr>
          <p:cNvSpPr/>
          <p:nvPr/>
        </p:nvSpPr>
        <p:spPr>
          <a:xfrm>
            <a:off x="1407757" y="6968412"/>
            <a:ext cx="336177" cy="315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6D7A4A6E-2AAE-FD20-23F0-4C39D6A21616}"/>
              </a:ext>
            </a:extLst>
          </p:cNvPr>
          <p:cNvSpPr txBox="1"/>
          <p:nvPr/>
        </p:nvSpPr>
        <p:spPr>
          <a:xfrm>
            <a:off x="124992" y="7455149"/>
            <a:ext cx="1248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7EBDFEA9-58AE-3005-276D-4903ADFFDB15}"/>
              </a:ext>
            </a:extLst>
          </p:cNvPr>
          <p:cNvSpPr/>
          <p:nvPr/>
        </p:nvSpPr>
        <p:spPr>
          <a:xfrm>
            <a:off x="1401109" y="7537767"/>
            <a:ext cx="336177" cy="315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</a:t>
            </a:r>
          </a:p>
        </p:txBody>
      </p:sp>
      <p:sp>
        <p:nvSpPr>
          <p:cNvPr id="330" name="Rounded Rectangle 329">
            <a:extLst>
              <a:ext uri="{FF2B5EF4-FFF2-40B4-BE49-F238E27FC236}">
                <a16:creationId xmlns:a16="http://schemas.microsoft.com/office/drawing/2014/main" id="{2F904148-E57A-594D-04EE-D10119A3A963}"/>
              </a:ext>
            </a:extLst>
          </p:cNvPr>
          <p:cNvSpPr/>
          <p:nvPr/>
        </p:nvSpPr>
        <p:spPr>
          <a:xfrm>
            <a:off x="2209777" y="3738010"/>
            <a:ext cx="697103" cy="4357522"/>
          </a:xfrm>
          <a:prstGeom prst="roundRect">
            <a:avLst>
              <a:gd name="adj" fmla="val 30206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E90C5D39-641A-8CDA-7087-FDC50AF5AAEE}"/>
              </a:ext>
            </a:extLst>
          </p:cNvPr>
          <p:cNvSpPr/>
          <p:nvPr/>
        </p:nvSpPr>
        <p:spPr>
          <a:xfrm>
            <a:off x="2328340" y="7484530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A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D715FD68-E143-8703-B4FB-13AF9BB674CD}"/>
              </a:ext>
            </a:extLst>
          </p:cNvPr>
          <p:cNvSpPr txBox="1"/>
          <p:nvPr/>
        </p:nvSpPr>
        <p:spPr>
          <a:xfrm>
            <a:off x="1167391" y="8262742"/>
            <a:ext cx="287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Sub-model 1</a:t>
            </a:r>
          </a:p>
        </p:txBody>
      </p:sp>
      <p:sp>
        <p:nvSpPr>
          <p:cNvPr id="333" name="Rounded Rectangle 332">
            <a:extLst>
              <a:ext uri="{FF2B5EF4-FFF2-40B4-BE49-F238E27FC236}">
                <a16:creationId xmlns:a16="http://schemas.microsoft.com/office/drawing/2014/main" id="{0CBBE282-EC41-62B0-A2A8-1BD3133F632A}"/>
              </a:ext>
            </a:extLst>
          </p:cNvPr>
          <p:cNvSpPr/>
          <p:nvPr/>
        </p:nvSpPr>
        <p:spPr>
          <a:xfrm rot="16200000">
            <a:off x="5694381" y="5712183"/>
            <a:ext cx="2954063" cy="697103"/>
          </a:xfrm>
          <a:prstGeom prst="roundRect">
            <a:avLst>
              <a:gd name="adj" fmla="val 27980"/>
            </a:avLst>
          </a:prstGeom>
          <a:solidFill>
            <a:srgbClr val="97D8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4" name="Rounded Rectangle 333">
            <a:extLst>
              <a:ext uri="{FF2B5EF4-FFF2-40B4-BE49-F238E27FC236}">
                <a16:creationId xmlns:a16="http://schemas.microsoft.com/office/drawing/2014/main" id="{47DE1F1C-0D8D-226A-7260-716221DED5C1}"/>
              </a:ext>
            </a:extLst>
          </p:cNvPr>
          <p:cNvSpPr/>
          <p:nvPr/>
        </p:nvSpPr>
        <p:spPr>
          <a:xfrm>
            <a:off x="5906254" y="3753588"/>
            <a:ext cx="697103" cy="4357522"/>
          </a:xfrm>
          <a:prstGeom prst="roundRect">
            <a:avLst>
              <a:gd name="adj" fmla="val 30206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5" name="Rounded Rectangle 334">
            <a:extLst>
              <a:ext uri="{FF2B5EF4-FFF2-40B4-BE49-F238E27FC236}">
                <a16:creationId xmlns:a16="http://schemas.microsoft.com/office/drawing/2014/main" id="{8525D511-A95D-884E-459A-B6EDF85FAFC8}"/>
              </a:ext>
            </a:extLst>
          </p:cNvPr>
          <p:cNvSpPr/>
          <p:nvPr/>
        </p:nvSpPr>
        <p:spPr>
          <a:xfrm rot="16200000">
            <a:off x="10265025" y="4822035"/>
            <a:ext cx="1204922" cy="697103"/>
          </a:xfrm>
          <a:prstGeom prst="roundRect">
            <a:avLst>
              <a:gd name="adj" fmla="val 27980"/>
            </a:avLst>
          </a:prstGeom>
          <a:solidFill>
            <a:srgbClr val="97D8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6" name="Rounded Rectangle 335">
            <a:extLst>
              <a:ext uri="{FF2B5EF4-FFF2-40B4-BE49-F238E27FC236}">
                <a16:creationId xmlns:a16="http://schemas.microsoft.com/office/drawing/2014/main" id="{E0F2B6D6-548B-CC59-6155-EA1F8139658F}"/>
              </a:ext>
            </a:extLst>
          </p:cNvPr>
          <p:cNvSpPr/>
          <p:nvPr/>
        </p:nvSpPr>
        <p:spPr>
          <a:xfrm rot="16200000">
            <a:off x="10645455" y="5353967"/>
            <a:ext cx="2275752" cy="697103"/>
          </a:xfrm>
          <a:prstGeom prst="roundRect">
            <a:avLst>
              <a:gd name="adj" fmla="val 27980"/>
            </a:avLst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7" name="Rounded Rectangle 336">
            <a:extLst>
              <a:ext uri="{FF2B5EF4-FFF2-40B4-BE49-F238E27FC236}">
                <a16:creationId xmlns:a16="http://schemas.microsoft.com/office/drawing/2014/main" id="{989490D6-FFDF-058E-C96D-685466A3E974}"/>
              </a:ext>
            </a:extLst>
          </p:cNvPr>
          <p:cNvSpPr/>
          <p:nvPr/>
        </p:nvSpPr>
        <p:spPr>
          <a:xfrm>
            <a:off x="9602329" y="3738010"/>
            <a:ext cx="697103" cy="4357522"/>
          </a:xfrm>
          <a:prstGeom prst="roundRect">
            <a:avLst>
              <a:gd name="adj" fmla="val 30206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66154248-DD96-BBF2-85F2-38D68EFF6BCF}"/>
              </a:ext>
            </a:extLst>
          </p:cNvPr>
          <p:cNvSpPr/>
          <p:nvPr/>
        </p:nvSpPr>
        <p:spPr>
          <a:xfrm>
            <a:off x="4157300" y="4669283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sz="32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B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39" name="Rounded Rectangle 338">
            <a:extLst>
              <a:ext uri="{FF2B5EF4-FFF2-40B4-BE49-F238E27FC236}">
                <a16:creationId xmlns:a16="http://schemas.microsoft.com/office/drawing/2014/main" id="{589CAF12-3B32-B90D-40D0-B98E528B6B2E}"/>
              </a:ext>
            </a:extLst>
          </p:cNvPr>
          <p:cNvSpPr/>
          <p:nvPr/>
        </p:nvSpPr>
        <p:spPr>
          <a:xfrm>
            <a:off x="4041835" y="8359596"/>
            <a:ext cx="911977" cy="350037"/>
          </a:xfrm>
          <a:prstGeom prst="roundRect">
            <a:avLst/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N = 3</a:t>
            </a: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4953C193-92D1-2A08-1496-093938C34A3F}"/>
              </a:ext>
            </a:extLst>
          </p:cNvPr>
          <p:cNvSpPr/>
          <p:nvPr/>
        </p:nvSpPr>
        <p:spPr>
          <a:xfrm>
            <a:off x="4172424" y="5247856"/>
            <a:ext cx="457200" cy="4572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endParaRPr lang="en-US" sz="2000" b="1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DE3414FF-6415-1B60-538C-1D8E57101B59}"/>
              </a:ext>
            </a:extLst>
          </p:cNvPr>
          <p:cNvSpPr/>
          <p:nvPr/>
        </p:nvSpPr>
        <p:spPr>
          <a:xfrm>
            <a:off x="4161607" y="5810762"/>
            <a:ext cx="457200" cy="4572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endParaRPr lang="en-US" sz="2000" b="1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45321997-EDD6-A480-0198-C41328F17512}"/>
              </a:ext>
            </a:extLst>
          </p:cNvPr>
          <p:cNvSpPr txBox="1"/>
          <p:nvPr/>
        </p:nvSpPr>
        <p:spPr>
          <a:xfrm>
            <a:off x="4886577" y="8271296"/>
            <a:ext cx="287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Sub-model 2</a:t>
            </a:r>
          </a:p>
        </p:txBody>
      </p:sp>
      <p:sp>
        <p:nvSpPr>
          <p:cNvPr id="343" name="Rounded Rectangle 342">
            <a:extLst>
              <a:ext uri="{FF2B5EF4-FFF2-40B4-BE49-F238E27FC236}">
                <a16:creationId xmlns:a16="http://schemas.microsoft.com/office/drawing/2014/main" id="{90A4E18A-65EA-194C-B81F-E809FDE5381A}"/>
              </a:ext>
            </a:extLst>
          </p:cNvPr>
          <p:cNvSpPr/>
          <p:nvPr/>
        </p:nvSpPr>
        <p:spPr>
          <a:xfrm>
            <a:off x="7774468" y="8354703"/>
            <a:ext cx="911977" cy="350037"/>
          </a:xfrm>
          <a:prstGeom prst="roundRect">
            <a:avLst/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N = 2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51E053EF-4C98-DC84-F86C-C2F6BF756A0D}"/>
              </a:ext>
            </a:extLst>
          </p:cNvPr>
          <p:cNvSpPr txBox="1"/>
          <p:nvPr/>
        </p:nvSpPr>
        <p:spPr>
          <a:xfrm>
            <a:off x="8603474" y="8279688"/>
            <a:ext cx="287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Sub-model 3</a:t>
            </a:r>
          </a:p>
        </p:txBody>
      </p:sp>
      <p:sp>
        <p:nvSpPr>
          <p:cNvPr id="345" name="Rounded Rectangle 344">
            <a:extLst>
              <a:ext uri="{FF2B5EF4-FFF2-40B4-BE49-F238E27FC236}">
                <a16:creationId xmlns:a16="http://schemas.microsoft.com/office/drawing/2014/main" id="{E6C82065-567E-12C3-259C-2AAB85AF70E7}"/>
              </a:ext>
            </a:extLst>
          </p:cNvPr>
          <p:cNvSpPr/>
          <p:nvPr/>
        </p:nvSpPr>
        <p:spPr>
          <a:xfrm>
            <a:off x="11447447" y="8349036"/>
            <a:ext cx="968510" cy="350037"/>
          </a:xfrm>
          <a:prstGeom prst="roundRect">
            <a:avLst/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N = 4</a:t>
            </a:r>
          </a:p>
        </p:txBody>
      </p:sp>
      <p:sp>
        <p:nvSpPr>
          <p:cNvPr id="346" name="Oval 345">
            <a:extLst>
              <a:ext uri="{FF2B5EF4-FFF2-40B4-BE49-F238E27FC236}">
                <a16:creationId xmlns:a16="http://schemas.microsoft.com/office/drawing/2014/main" id="{2362EE48-3A1E-D61C-2796-70C32CC8D6E3}"/>
              </a:ext>
            </a:extLst>
          </p:cNvPr>
          <p:cNvSpPr/>
          <p:nvPr/>
        </p:nvSpPr>
        <p:spPr>
          <a:xfrm>
            <a:off x="6934374" y="5792359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A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9460B934-4694-2CE0-D597-EBAB329C8CCC}"/>
              </a:ext>
            </a:extLst>
          </p:cNvPr>
          <p:cNvSpPr/>
          <p:nvPr/>
        </p:nvSpPr>
        <p:spPr>
          <a:xfrm>
            <a:off x="6950356" y="6369223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A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1E7339D1-56F4-4CA3-67E4-0D11527DD984}"/>
              </a:ext>
            </a:extLst>
          </p:cNvPr>
          <p:cNvSpPr/>
          <p:nvPr/>
        </p:nvSpPr>
        <p:spPr>
          <a:xfrm>
            <a:off x="6942430" y="6950613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A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A8984722-C2BE-71BA-44A2-66214C09B0AA}"/>
              </a:ext>
            </a:extLst>
          </p:cNvPr>
          <p:cNvSpPr>
            <a:spLocks noChangeAspect="1"/>
          </p:cNvSpPr>
          <p:nvPr/>
        </p:nvSpPr>
        <p:spPr>
          <a:xfrm>
            <a:off x="10714654" y="4700643"/>
            <a:ext cx="320040" cy="320040"/>
          </a:xfrm>
          <a:prstGeom prst="ellipse">
            <a:avLst/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>
            <a:extLst>
              <a:ext uri="{FF2B5EF4-FFF2-40B4-BE49-F238E27FC236}">
                <a16:creationId xmlns:a16="http://schemas.microsoft.com/office/drawing/2014/main" id="{48C76A51-B831-FD78-916F-F33AC60F78AE}"/>
              </a:ext>
            </a:extLst>
          </p:cNvPr>
          <p:cNvSpPr>
            <a:spLocks noChangeAspect="1"/>
          </p:cNvSpPr>
          <p:nvPr/>
        </p:nvSpPr>
        <p:spPr>
          <a:xfrm>
            <a:off x="6993304" y="5286820"/>
            <a:ext cx="320040" cy="320040"/>
          </a:xfrm>
          <a:prstGeom prst="ellipse">
            <a:avLst/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20D7D187-8AD2-2736-2BA4-337A89EEA7A8}"/>
              </a:ext>
            </a:extLst>
          </p:cNvPr>
          <p:cNvSpPr>
            <a:spLocks noChangeAspect="1"/>
          </p:cNvSpPr>
          <p:nvPr/>
        </p:nvSpPr>
        <p:spPr>
          <a:xfrm>
            <a:off x="6993304" y="4715341"/>
            <a:ext cx="320040" cy="320040"/>
          </a:xfrm>
          <a:prstGeom prst="ellipse">
            <a:avLst/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F14798E4-F4A7-3CA3-3C27-473B55C61AD2}"/>
              </a:ext>
            </a:extLst>
          </p:cNvPr>
          <p:cNvSpPr>
            <a:spLocks noChangeAspect="1"/>
          </p:cNvSpPr>
          <p:nvPr/>
        </p:nvSpPr>
        <p:spPr>
          <a:xfrm>
            <a:off x="3326784" y="5879203"/>
            <a:ext cx="320040" cy="320040"/>
          </a:xfrm>
          <a:prstGeom prst="ellipse">
            <a:avLst/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CC072900-4961-0CBB-4040-80F5E3B2D8C5}"/>
              </a:ext>
            </a:extLst>
          </p:cNvPr>
          <p:cNvSpPr>
            <a:spLocks noChangeAspect="1"/>
          </p:cNvSpPr>
          <p:nvPr/>
        </p:nvSpPr>
        <p:spPr>
          <a:xfrm>
            <a:off x="3326784" y="5307724"/>
            <a:ext cx="320040" cy="320040"/>
          </a:xfrm>
          <a:prstGeom prst="ellipse">
            <a:avLst/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7A7E3685-93D5-B3BC-68F0-45456F2E29AC}"/>
              </a:ext>
            </a:extLst>
          </p:cNvPr>
          <p:cNvSpPr>
            <a:spLocks noChangeAspect="1"/>
          </p:cNvSpPr>
          <p:nvPr/>
        </p:nvSpPr>
        <p:spPr>
          <a:xfrm>
            <a:off x="3326264" y="4740750"/>
            <a:ext cx="320040" cy="320040"/>
          </a:xfrm>
          <a:prstGeom prst="ellipse">
            <a:avLst/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D0254A22-9B09-AB12-384E-211454E7FE90}"/>
              </a:ext>
            </a:extLst>
          </p:cNvPr>
          <p:cNvSpPr txBox="1"/>
          <p:nvPr/>
        </p:nvSpPr>
        <p:spPr>
          <a:xfrm>
            <a:off x="5074210" y="8317444"/>
            <a:ext cx="4687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663A81B7-123F-4694-D716-F7BF49A9572C}"/>
              </a:ext>
            </a:extLst>
          </p:cNvPr>
          <p:cNvSpPr/>
          <p:nvPr/>
        </p:nvSpPr>
        <p:spPr>
          <a:xfrm>
            <a:off x="13289907" y="3595810"/>
            <a:ext cx="336177" cy="315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A15E857E-ACF6-50D1-6ABF-D5BCC211AB06}"/>
              </a:ext>
            </a:extLst>
          </p:cNvPr>
          <p:cNvSpPr txBox="1"/>
          <p:nvPr/>
        </p:nvSpPr>
        <p:spPr>
          <a:xfrm>
            <a:off x="12619850" y="5200296"/>
            <a:ext cx="4687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98911635-C394-DF82-CDC6-34FC04687181}"/>
              </a:ext>
            </a:extLst>
          </p:cNvPr>
          <p:cNvSpPr txBox="1"/>
          <p:nvPr/>
        </p:nvSpPr>
        <p:spPr>
          <a:xfrm>
            <a:off x="12610548" y="4643451"/>
            <a:ext cx="4687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359" name="Elbow Connector 358">
            <a:extLst>
              <a:ext uri="{FF2B5EF4-FFF2-40B4-BE49-F238E27FC236}">
                <a16:creationId xmlns:a16="http://schemas.microsoft.com/office/drawing/2014/main" id="{212E11DB-7A5C-1912-9DD9-75D3DD3A0C1E}"/>
              </a:ext>
            </a:extLst>
          </p:cNvPr>
          <p:cNvCxnSpPr>
            <a:cxnSpLocks/>
            <a:stCxn id="360" idx="1"/>
            <a:endCxn id="308" idx="2"/>
          </p:cNvCxnSpPr>
          <p:nvPr/>
        </p:nvCxnSpPr>
        <p:spPr>
          <a:xfrm rot="5400000" flipH="1" flipV="1">
            <a:off x="6829361" y="3526429"/>
            <a:ext cx="3527924" cy="1012127"/>
          </a:xfrm>
          <a:prstGeom prst="bentConnector3">
            <a:avLst>
              <a:gd name="adj1" fmla="val 828"/>
            </a:avLst>
          </a:prstGeom>
          <a:ln w="76200">
            <a:solidFill>
              <a:srgbClr val="6B9A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Rounded Rectangle 359">
            <a:extLst>
              <a:ext uri="{FF2B5EF4-FFF2-40B4-BE49-F238E27FC236}">
                <a16:creationId xmlns:a16="http://schemas.microsoft.com/office/drawing/2014/main" id="{175A4D47-917C-F8E9-54A7-17B39FE3D0D9}"/>
              </a:ext>
            </a:extLst>
          </p:cNvPr>
          <p:cNvSpPr/>
          <p:nvPr/>
        </p:nvSpPr>
        <p:spPr>
          <a:xfrm rot="16200000">
            <a:off x="7480883" y="4841527"/>
            <a:ext cx="1212752" cy="697103"/>
          </a:xfrm>
          <a:prstGeom prst="roundRect">
            <a:avLst>
              <a:gd name="adj" fmla="val 27980"/>
            </a:avLst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B7709FDC-D182-1952-326C-6D4D18825BA9}"/>
              </a:ext>
            </a:extLst>
          </p:cNvPr>
          <p:cNvSpPr/>
          <p:nvPr/>
        </p:nvSpPr>
        <p:spPr>
          <a:xfrm>
            <a:off x="7859371" y="5243004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A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362" name="Elbow Connector 361">
            <a:extLst>
              <a:ext uri="{FF2B5EF4-FFF2-40B4-BE49-F238E27FC236}">
                <a16:creationId xmlns:a16="http://schemas.microsoft.com/office/drawing/2014/main" id="{51007453-7192-81BF-D1BC-FA72CCD8F52F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74933" y="1695230"/>
            <a:ext cx="4983918" cy="768948"/>
          </a:xfrm>
          <a:prstGeom prst="bentConnector2">
            <a:avLst/>
          </a:prstGeom>
          <a:ln w="76200">
            <a:solidFill>
              <a:srgbClr val="F4B9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Elbow Connector 362">
            <a:extLst>
              <a:ext uri="{FF2B5EF4-FFF2-40B4-BE49-F238E27FC236}">
                <a16:creationId xmlns:a16="http://schemas.microsoft.com/office/drawing/2014/main" id="{A97A029A-0D7B-B76F-D455-039182A0E370}"/>
              </a:ext>
            </a:extLst>
          </p:cNvPr>
          <p:cNvCxnSpPr>
            <a:cxnSpLocks/>
          </p:cNvCxnSpPr>
          <p:nvPr/>
        </p:nvCxnSpPr>
        <p:spPr>
          <a:xfrm rot="10800000" flipV="1">
            <a:off x="7153325" y="1695230"/>
            <a:ext cx="1305527" cy="764018"/>
          </a:xfrm>
          <a:prstGeom prst="bentConnector2">
            <a:avLst/>
          </a:prstGeom>
          <a:ln w="76200">
            <a:solidFill>
              <a:srgbClr val="F4B9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Elbow Connector 363">
            <a:extLst>
              <a:ext uri="{FF2B5EF4-FFF2-40B4-BE49-F238E27FC236}">
                <a16:creationId xmlns:a16="http://schemas.microsoft.com/office/drawing/2014/main" id="{325A1E34-A933-5D94-98A1-7B77CFD49FDF}"/>
              </a:ext>
            </a:extLst>
          </p:cNvPr>
          <p:cNvCxnSpPr>
            <a:cxnSpLocks/>
          </p:cNvCxnSpPr>
          <p:nvPr/>
        </p:nvCxnSpPr>
        <p:spPr>
          <a:xfrm>
            <a:off x="9739923" y="1708677"/>
            <a:ext cx="1117950" cy="764018"/>
          </a:xfrm>
          <a:prstGeom prst="bentConnector2">
            <a:avLst/>
          </a:prstGeom>
          <a:ln w="76200">
            <a:solidFill>
              <a:srgbClr val="F4B9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Elbow Connector 364">
            <a:extLst>
              <a:ext uri="{FF2B5EF4-FFF2-40B4-BE49-F238E27FC236}">
                <a16:creationId xmlns:a16="http://schemas.microsoft.com/office/drawing/2014/main" id="{00FF7951-EC1E-84D2-C81A-68480EC37C0C}"/>
              </a:ext>
            </a:extLst>
          </p:cNvPr>
          <p:cNvCxnSpPr>
            <a:cxnSpLocks/>
          </p:cNvCxnSpPr>
          <p:nvPr/>
        </p:nvCxnSpPr>
        <p:spPr>
          <a:xfrm rot="5400000">
            <a:off x="2783434" y="3053366"/>
            <a:ext cx="459539" cy="909748"/>
          </a:xfrm>
          <a:prstGeom prst="bentConnector3">
            <a:avLst>
              <a:gd name="adj1" fmla="val 27351"/>
            </a:avLst>
          </a:prstGeom>
          <a:ln w="76200">
            <a:solidFill>
              <a:srgbClr val="F4B9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Elbow Connector 365">
            <a:extLst>
              <a:ext uri="{FF2B5EF4-FFF2-40B4-BE49-F238E27FC236}">
                <a16:creationId xmlns:a16="http://schemas.microsoft.com/office/drawing/2014/main" id="{A8147AD4-FA0F-380E-DD6C-805287FA9450}"/>
              </a:ext>
            </a:extLst>
          </p:cNvPr>
          <p:cNvCxnSpPr>
            <a:cxnSpLocks/>
          </p:cNvCxnSpPr>
          <p:nvPr/>
        </p:nvCxnSpPr>
        <p:spPr>
          <a:xfrm rot="5400000">
            <a:off x="6468680" y="3080697"/>
            <a:ext cx="459539" cy="909748"/>
          </a:xfrm>
          <a:prstGeom prst="bentConnector3">
            <a:avLst>
              <a:gd name="adj1" fmla="val 27351"/>
            </a:avLst>
          </a:prstGeom>
          <a:ln w="76200">
            <a:solidFill>
              <a:srgbClr val="F4B9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Elbow Connector 366">
            <a:extLst>
              <a:ext uri="{FF2B5EF4-FFF2-40B4-BE49-F238E27FC236}">
                <a16:creationId xmlns:a16="http://schemas.microsoft.com/office/drawing/2014/main" id="{73DA0A89-F769-0FE1-90B3-5FF2AA8B842E}"/>
              </a:ext>
            </a:extLst>
          </p:cNvPr>
          <p:cNvCxnSpPr>
            <a:cxnSpLocks/>
          </p:cNvCxnSpPr>
          <p:nvPr/>
        </p:nvCxnSpPr>
        <p:spPr>
          <a:xfrm rot="5400000">
            <a:off x="10190969" y="3056421"/>
            <a:ext cx="459539" cy="909748"/>
          </a:xfrm>
          <a:prstGeom prst="bentConnector3">
            <a:avLst>
              <a:gd name="adj1" fmla="val 27351"/>
            </a:avLst>
          </a:prstGeom>
          <a:ln w="76200">
            <a:solidFill>
              <a:srgbClr val="F4B9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Rounded Rectangle 367">
            <a:extLst>
              <a:ext uri="{FF2B5EF4-FFF2-40B4-BE49-F238E27FC236}">
                <a16:creationId xmlns:a16="http://schemas.microsoft.com/office/drawing/2014/main" id="{6FA07F91-2065-1C82-E8CE-4EFA04A37D64}"/>
              </a:ext>
            </a:extLst>
          </p:cNvPr>
          <p:cNvSpPr/>
          <p:nvPr/>
        </p:nvSpPr>
        <p:spPr>
          <a:xfrm>
            <a:off x="74069" y="94708"/>
            <a:ext cx="438428" cy="386862"/>
          </a:xfrm>
          <a:prstGeom prst="roundRect">
            <a:avLst/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844B4BC3-BD92-F5C6-EF98-C24AEC1F0DDE}"/>
              </a:ext>
            </a:extLst>
          </p:cNvPr>
          <p:cNvSpPr txBox="1"/>
          <p:nvPr/>
        </p:nvSpPr>
        <p:spPr>
          <a:xfrm>
            <a:off x="541774" y="628906"/>
            <a:ext cx="2926795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Flow management</a:t>
            </a:r>
          </a:p>
        </p:txBody>
      </p:sp>
      <p:sp>
        <p:nvSpPr>
          <p:cNvPr id="370" name="Rounded Rectangle 369">
            <a:extLst>
              <a:ext uri="{FF2B5EF4-FFF2-40B4-BE49-F238E27FC236}">
                <a16:creationId xmlns:a16="http://schemas.microsoft.com/office/drawing/2014/main" id="{318F2B1A-E68B-333C-AE1D-47186138A44B}"/>
              </a:ext>
            </a:extLst>
          </p:cNvPr>
          <p:cNvSpPr/>
          <p:nvPr/>
        </p:nvSpPr>
        <p:spPr>
          <a:xfrm>
            <a:off x="76593" y="585810"/>
            <a:ext cx="438428" cy="386862"/>
          </a:xfrm>
          <a:prstGeom prst="roundRect">
            <a:avLst/>
          </a:prstGeom>
          <a:solidFill>
            <a:srgbClr val="97D8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3807662A-BA00-DB60-1564-7B7719B92124}"/>
              </a:ext>
            </a:extLst>
          </p:cNvPr>
          <p:cNvSpPr txBox="1"/>
          <p:nvPr/>
        </p:nvSpPr>
        <p:spPr>
          <a:xfrm>
            <a:off x="538732" y="1023008"/>
            <a:ext cx="1795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</a:p>
        </p:txBody>
      </p:sp>
      <p:sp>
        <p:nvSpPr>
          <p:cNvPr id="372" name="Rounded Rectangle 371">
            <a:extLst>
              <a:ext uri="{FF2B5EF4-FFF2-40B4-BE49-F238E27FC236}">
                <a16:creationId xmlns:a16="http://schemas.microsoft.com/office/drawing/2014/main" id="{AFB6021F-4F07-1960-C2A3-32A0C304BF83}"/>
              </a:ext>
            </a:extLst>
          </p:cNvPr>
          <p:cNvSpPr/>
          <p:nvPr/>
        </p:nvSpPr>
        <p:spPr>
          <a:xfrm>
            <a:off x="74069" y="1077221"/>
            <a:ext cx="438428" cy="386862"/>
          </a:xfrm>
          <a:prstGeom prst="roundRect">
            <a:avLst/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Rounded Rectangle 372">
            <a:extLst>
              <a:ext uri="{FF2B5EF4-FFF2-40B4-BE49-F238E27FC236}">
                <a16:creationId xmlns:a16="http://schemas.microsoft.com/office/drawing/2014/main" id="{BF1B0194-219C-6737-C27E-CC7DE1A327CD}"/>
              </a:ext>
            </a:extLst>
          </p:cNvPr>
          <p:cNvSpPr>
            <a:spLocks/>
          </p:cNvSpPr>
          <p:nvPr/>
        </p:nvSpPr>
        <p:spPr>
          <a:xfrm>
            <a:off x="9241755" y="2613787"/>
            <a:ext cx="411480" cy="411480"/>
          </a:xfrm>
          <a:prstGeom prst="roundRect">
            <a:avLst/>
          </a:prstGeom>
          <a:noFill/>
          <a:ln w="57150">
            <a:solidFill>
              <a:srgbClr val="6B9A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6B9AC4"/>
                </a:solidFill>
              </a:rPr>
              <a:t>D</a:t>
            </a:r>
          </a:p>
        </p:txBody>
      </p:sp>
      <p:sp>
        <p:nvSpPr>
          <p:cNvPr id="374" name="Rounded Rectangle 373">
            <a:extLst>
              <a:ext uri="{FF2B5EF4-FFF2-40B4-BE49-F238E27FC236}">
                <a16:creationId xmlns:a16="http://schemas.microsoft.com/office/drawing/2014/main" id="{8C0957AD-0669-4029-1312-E0FDE1AECBFF}"/>
              </a:ext>
            </a:extLst>
          </p:cNvPr>
          <p:cNvSpPr>
            <a:spLocks/>
          </p:cNvSpPr>
          <p:nvPr/>
        </p:nvSpPr>
        <p:spPr>
          <a:xfrm>
            <a:off x="7919571" y="1151362"/>
            <a:ext cx="411480" cy="411480"/>
          </a:xfrm>
          <a:prstGeom prst="roundRect">
            <a:avLst/>
          </a:prstGeom>
          <a:noFill/>
          <a:ln w="5715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4B942"/>
                </a:solidFill>
              </a:rPr>
              <a:t>R</a:t>
            </a:r>
          </a:p>
        </p:txBody>
      </p:sp>
      <p:sp>
        <p:nvSpPr>
          <p:cNvPr id="375" name="Rounded Rectangle 374">
            <a:extLst>
              <a:ext uri="{FF2B5EF4-FFF2-40B4-BE49-F238E27FC236}">
                <a16:creationId xmlns:a16="http://schemas.microsoft.com/office/drawing/2014/main" id="{1B04A1BB-6BCE-05AC-B07D-F7C0D66CB90C}"/>
              </a:ext>
            </a:extLst>
          </p:cNvPr>
          <p:cNvSpPr>
            <a:spLocks/>
          </p:cNvSpPr>
          <p:nvPr/>
        </p:nvSpPr>
        <p:spPr>
          <a:xfrm>
            <a:off x="9867723" y="1148265"/>
            <a:ext cx="411480" cy="411480"/>
          </a:xfrm>
          <a:prstGeom prst="roundRect">
            <a:avLst/>
          </a:prstGeom>
          <a:noFill/>
          <a:ln w="5715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4B942"/>
                </a:solidFill>
              </a:rPr>
              <a:t>R</a:t>
            </a:r>
          </a:p>
        </p:txBody>
      </p:sp>
      <p:sp>
        <p:nvSpPr>
          <p:cNvPr id="376" name="Cross 375">
            <a:extLst>
              <a:ext uri="{FF2B5EF4-FFF2-40B4-BE49-F238E27FC236}">
                <a16:creationId xmlns:a16="http://schemas.microsoft.com/office/drawing/2014/main" id="{EC17C504-DA8D-C268-5F07-51E8DA008970}"/>
              </a:ext>
            </a:extLst>
          </p:cNvPr>
          <p:cNvSpPr/>
          <p:nvPr/>
        </p:nvSpPr>
        <p:spPr>
          <a:xfrm rot="2719667">
            <a:off x="10668217" y="5222947"/>
            <a:ext cx="411480" cy="411480"/>
          </a:xfrm>
          <a:prstGeom prst="plus">
            <a:avLst>
              <a:gd name="adj" fmla="val 36163"/>
            </a:avLst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D77E6A29-44A6-FEC0-8F13-33D72C39FC55}"/>
              </a:ext>
            </a:extLst>
          </p:cNvPr>
          <p:cNvSpPr>
            <a:spLocks noChangeAspect="1"/>
          </p:cNvSpPr>
          <p:nvPr/>
        </p:nvSpPr>
        <p:spPr>
          <a:xfrm>
            <a:off x="3586604" y="160822"/>
            <a:ext cx="320040" cy="320040"/>
          </a:xfrm>
          <a:prstGeom prst="ellipse">
            <a:avLst/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" name="Cross 377">
            <a:extLst>
              <a:ext uri="{FF2B5EF4-FFF2-40B4-BE49-F238E27FC236}">
                <a16:creationId xmlns:a16="http://schemas.microsoft.com/office/drawing/2014/main" id="{B7FF8F6A-FE48-CFCA-1229-738E7E1682FF}"/>
              </a:ext>
            </a:extLst>
          </p:cNvPr>
          <p:cNvSpPr/>
          <p:nvPr/>
        </p:nvSpPr>
        <p:spPr>
          <a:xfrm rot="2719667">
            <a:off x="3540885" y="601928"/>
            <a:ext cx="411480" cy="411480"/>
          </a:xfrm>
          <a:prstGeom prst="plus">
            <a:avLst>
              <a:gd name="adj" fmla="val 36163"/>
            </a:avLst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B959CFA3-5212-2968-E6EC-A4181C04D007}"/>
              </a:ext>
            </a:extLst>
          </p:cNvPr>
          <p:cNvSpPr txBox="1"/>
          <p:nvPr/>
        </p:nvSpPr>
        <p:spPr>
          <a:xfrm>
            <a:off x="4034444" y="88869"/>
            <a:ext cx="3042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Flow state collection</a:t>
            </a: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7239776C-1EAE-A809-3D4F-220C8D776D7D}"/>
              </a:ext>
            </a:extLst>
          </p:cNvPr>
          <p:cNvSpPr txBox="1"/>
          <p:nvPr/>
        </p:nvSpPr>
        <p:spPr>
          <a:xfrm>
            <a:off x="4037113" y="565064"/>
            <a:ext cx="3042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Flow state eviction</a:t>
            </a:r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F6198DFB-E385-7972-5ED3-C477A493A871}"/>
              </a:ext>
            </a:extLst>
          </p:cNvPr>
          <p:cNvSpPr/>
          <p:nvPr/>
        </p:nvSpPr>
        <p:spPr>
          <a:xfrm>
            <a:off x="7462371" y="104065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X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DBE3C13E-7BF5-FD7B-74D8-621962A7A9DA}"/>
              </a:ext>
            </a:extLst>
          </p:cNvPr>
          <p:cNvSpPr txBox="1"/>
          <p:nvPr/>
        </p:nvSpPr>
        <p:spPr>
          <a:xfrm>
            <a:off x="7992150" y="108602"/>
            <a:ext cx="2138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F687C861-D821-301B-1D31-8F25D2D4A5B5}"/>
              </a:ext>
            </a:extLst>
          </p:cNvPr>
          <p:cNvSpPr/>
          <p:nvPr/>
        </p:nvSpPr>
        <p:spPr>
          <a:xfrm>
            <a:off x="10379697" y="103940"/>
            <a:ext cx="457200" cy="4572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endParaRPr lang="en-US" sz="2000" b="1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8F3916BC-B955-D2AB-8486-4F2DAD9A7572}"/>
              </a:ext>
            </a:extLst>
          </p:cNvPr>
          <p:cNvSpPr txBox="1"/>
          <p:nvPr/>
        </p:nvSpPr>
        <p:spPr>
          <a:xfrm>
            <a:off x="10923127" y="99475"/>
            <a:ext cx="2138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Others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CBC5ECBA-CA3A-A591-758E-70BB0EDDDC7D}"/>
              </a:ext>
            </a:extLst>
          </p:cNvPr>
          <p:cNvSpPr txBox="1"/>
          <p:nvPr/>
        </p:nvSpPr>
        <p:spPr>
          <a:xfrm>
            <a:off x="135811" y="1747670"/>
            <a:ext cx="2483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plane</a:t>
            </a: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BFCED459-AC82-0896-FBD9-A626A250CD98}"/>
              </a:ext>
            </a:extLst>
          </p:cNvPr>
          <p:cNvSpPr txBox="1"/>
          <p:nvPr/>
        </p:nvSpPr>
        <p:spPr>
          <a:xfrm>
            <a:off x="131673" y="2382507"/>
            <a:ext cx="2138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plane</a:t>
            </a:r>
          </a:p>
        </p:txBody>
      </p:sp>
    </p:spTree>
    <p:extLst>
      <p:ext uri="{BB962C8B-B14F-4D97-AF65-F5344CB8AC3E}">
        <p14:creationId xmlns:p14="http://schemas.microsoft.com/office/powerpoint/2010/main" val="518324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2329</TotalTime>
  <Words>61</Words>
  <Application>Microsoft Macintosh PowerPoint</Application>
  <PresentationFormat>Custom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CMU SERIF ROMAN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 Fiore</dc:creator>
  <cp:lastModifiedBy>Marco Fiore</cp:lastModifiedBy>
  <cp:revision>86</cp:revision>
  <dcterms:created xsi:type="dcterms:W3CDTF">2024-07-21T11:03:36Z</dcterms:created>
  <dcterms:modified xsi:type="dcterms:W3CDTF">2024-07-30T10:39:37Z</dcterms:modified>
</cp:coreProperties>
</file>