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60" r:id="rId2"/>
    <p:sldId id="263" r:id="rId3"/>
    <p:sldId id="261" r:id="rId4"/>
  </p:sldIdLst>
  <p:sldSz cx="13076238" cy="70405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7D8C4"/>
    <a:srgbClr val="F4B942"/>
    <a:srgbClr val="EFF2F1"/>
    <a:srgbClr val="FFE0C0"/>
    <a:srgbClr val="FFE0A0"/>
    <a:srgbClr val="4059AD"/>
    <a:srgbClr val="6B9AC4"/>
    <a:srgbClr val="F0F0F0"/>
    <a:srgbClr val="E56B6F"/>
    <a:srgbClr val="B57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93"/>
    <p:restoredTop sz="94631"/>
  </p:normalViewPr>
  <p:slideViewPr>
    <p:cSldViewPr snapToGrid="0">
      <p:cViewPr varScale="1">
        <p:scale>
          <a:sx n="94" d="100"/>
          <a:sy n="94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34530" y="1152241"/>
            <a:ext cx="9807179" cy="2451159"/>
          </a:xfrm>
        </p:spPr>
        <p:txBody>
          <a:bodyPr anchor="b"/>
          <a:lstStyle>
            <a:lvl1pPr algn="ctr">
              <a:defRPr sz="6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4530" y="3697926"/>
            <a:ext cx="9807179" cy="1699839"/>
          </a:xfrm>
        </p:spPr>
        <p:txBody>
          <a:bodyPr/>
          <a:lstStyle>
            <a:lvl1pPr marL="0" indent="0" algn="ctr">
              <a:buNone/>
              <a:defRPr sz="2464"/>
            </a:lvl1pPr>
            <a:lvl2pPr marL="469362" indent="0" algn="ctr">
              <a:buNone/>
              <a:defRPr sz="2053"/>
            </a:lvl2pPr>
            <a:lvl3pPr marL="938723" indent="0" algn="ctr">
              <a:buNone/>
              <a:defRPr sz="1848"/>
            </a:lvl3pPr>
            <a:lvl4pPr marL="1408085" indent="0" algn="ctr">
              <a:buNone/>
              <a:defRPr sz="1643"/>
            </a:lvl4pPr>
            <a:lvl5pPr marL="1877446" indent="0" algn="ctr">
              <a:buNone/>
              <a:defRPr sz="1643"/>
            </a:lvl5pPr>
            <a:lvl6pPr marL="2346808" indent="0" algn="ctr">
              <a:buNone/>
              <a:defRPr sz="1643"/>
            </a:lvl6pPr>
            <a:lvl7pPr marL="2816169" indent="0" algn="ctr">
              <a:buNone/>
              <a:defRPr sz="1643"/>
            </a:lvl7pPr>
            <a:lvl8pPr marL="3285531" indent="0" algn="ctr">
              <a:buNone/>
              <a:defRPr sz="1643"/>
            </a:lvl8pPr>
            <a:lvl9pPr marL="3754892" indent="0" algn="ctr">
              <a:buNone/>
              <a:defRPr sz="164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3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60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2181" y="1755253"/>
            <a:ext cx="11278255" cy="2928678"/>
          </a:xfrm>
        </p:spPr>
        <p:txBody>
          <a:bodyPr anchor="b"/>
          <a:lstStyle>
            <a:lvl1pPr>
              <a:defRPr sz="61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2181" y="4711637"/>
            <a:ext cx="11278255" cy="1540123"/>
          </a:xfrm>
        </p:spPr>
        <p:txBody>
          <a:bodyPr/>
          <a:lstStyle>
            <a:lvl1pPr marL="0" indent="0">
              <a:buNone/>
              <a:defRPr sz="2464">
                <a:solidFill>
                  <a:schemeClr val="tx1">
                    <a:tint val="82000"/>
                  </a:schemeClr>
                </a:solidFill>
              </a:defRPr>
            </a:lvl1pPr>
            <a:lvl2pPr marL="469362" indent="0">
              <a:buNone/>
              <a:defRPr sz="2053">
                <a:solidFill>
                  <a:schemeClr val="tx1">
                    <a:tint val="82000"/>
                  </a:schemeClr>
                </a:solidFill>
              </a:defRPr>
            </a:lvl2pPr>
            <a:lvl3pPr marL="938723" indent="0">
              <a:buNone/>
              <a:defRPr sz="1848">
                <a:solidFill>
                  <a:schemeClr val="tx1">
                    <a:tint val="82000"/>
                  </a:schemeClr>
                </a:solidFill>
              </a:defRPr>
            </a:lvl3pPr>
            <a:lvl4pPr marL="1408085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4pPr>
            <a:lvl5pPr marL="1877446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5pPr>
            <a:lvl6pPr marL="2346808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6pPr>
            <a:lvl7pPr marL="2816169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7pPr>
            <a:lvl8pPr marL="3285531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8pPr>
            <a:lvl9pPr marL="3754892" indent="0">
              <a:buNone/>
              <a:defRPr sz="164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04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8991" y="1874224"/>
            <a:ext cx="5557401" cy="4467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9846" y="1874224"/>
            <a:ext cx="5557401" cy="44671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374845"/>
            <a:ext cx="11278255" cy="1360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0695" y="1725916"/>
            <a:ext cx="5531861" cy="845845"/>
          </a:xfrm>
        </p:spPr>
        <p:txBody>
          <a:bodyPr anchor="b"/>
          <a:lstStyle>
            <a:lvl1pPr marL="0" indent="0">
              <a:buNone/>
              <a:defRPr sz="2464" b="1"/>
            </a:lvl1pPr>
            <a:lvl2pPr marL="469362" indent="0">
              <a:buNone/>
              <a:defRPr sz="2053" b="1"/>
            </a:lvl2pPr>
            <a:lvl3pPr marL="938723" indent="0">
              <a:buNone/>
              <a:defRPr sz="1848" b="1"/>
            </a:lvl3pPr>
            <a:lvl4pPr marL="1408085" indent="0">
              <a:buNone/>
              <a:defRPr sz="1643" b="1"/>
            </a:lvl4pPr>
            <a:lvl5pPr marL="1877446" indent="0">
              <a:buNone/>
              <a:defRPr sz="1643" b="1"/>
            </a:lvl5pPr>
            <a:lvl6pPr marL="2346808" indent="0">
              <a:buNone/>
              <a:defRPr sz="1643" b="1"/>
            </a:lvl6pPr>
            <a:lvl7pPr marL="2816169" indent="0">
              <a:buNone/>
              <a:defRPr sz="1643" b="1"/>
            </a:lvl7pPr>
            <a:lvl8pPr marL="3285531" indent="0">
              <a:buNone/>
              <a:defRPr sz="1643" b="1"/>
            </a:lvl8pPr>
            <a:lvl9pPr marL="3754892" indent="0">
              <a:buNone/>
              <a:defRPr sz="16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0695" y="2571761"/>
            <a:ext cx="5531861" cy="378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19846" y="1725916"/>
            <a:ext cx="5559104" cy="845845"/>
          </a:xfrm>
        </p:spPr>
        <p:txBody>
          <a:bodyPr anchor="b"/>
          <a:lstStyle>
            <a:lvl1pPr marL="0" indent="0">
              <a:buNone/>
              <a:defRPr sz="2464" b="1"/>
            </a:lvl1pPr>
            <a:lvl2pPr marL="469362" indent="0">
              <a:buNone/>
              <a:defRPr sz="2053" b="1"/>
            </a:lvl2pPr>
            <a:lvl3pPr marL="938723" indent="0">
              <a:buNone/>
              <a:defRPr sz="1848" b="1"/>
            </a:lvl3pPr>
            <a:lvl4pPr marL="1408085" indent="0">
              <a:buNone/>
              <a:defRPr sz="1643" b="1"/>
            </a:lvl4pPr>
            <a:lvl5pPr marL="1877446" indent="0">
              <a:buNone/>
              <a:defRPr sz="1643" b="1"/>
            </a:lvl5pPr>
            <a:lvl6pPr marL="2346808" indent="0">
              <a:buNone/>
              <a:defRPr sz="1643" b="1"/>
            </a:lvl6pPr>
            <a:lvl7pPr marL="2816169" indent="0">
              <a:buNone/>
              <a:defRPr sz="1643" b="1"/>
            </a:lvl7pPr>
            <a:lvl8pPr marL="3285531" indent="0">
              <a:buNone/>
              <a:defRPr sz="1643" b="1"/>
            </a:lvl8pPr>
            <a:lvl9pPr marL="3754892" indent="0">
              <a:buNone/>
              <a:defRPr sz="164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19846" y="2571761"/>
            <a:ext cx="5559104" cy="378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0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45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469371"/>
            <a:ext cx="4217427" cy="1642798"/>
          </a:xfrm>
        </p:spPr>
        <p:txBody>
          <a:bodyPr anchor="b"/>
          <a:lstStyle>
            <a:lvl1pPr>
              <a:defRPr sz="32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9105" y="1013711"/>
            <a:ext cx="6619845" cy="5003363"/>
          </a:xfrm>
        </p:spPr>
        <p:txBody>
          <a:bodyPr/>
          <a:lstStyle>
            <a:lvl1pPr>
              <a:defRPr sz="3285"/>
            </a:lvl1pPr>
            <a:lvl2pPr>
              <a:defRPr sz="2874"/>
            </a:lvl2pPr>
            <a:lvl3pPr>
              <a:defRPr sz="2464"/>
            </a:lvl3pPr>
            <a:lvl4pPr>
              <a:defRPr sz="2053"/>
            </a:lvl4pPr>
            <a:lvl5pPr>
              <a:defRPr sz="2053"/>
            </a:lvl5pPr>
            <a:lvl6pPr>
              <a:defRPr sz="2053"/>
            </a:lvl6pPr>
            <a:lvl7pPr>
              <a:defRPr sz="2053"/>
            </a:lvl7pPr>
            <a:lvl8pPr>
              <a:defRPr sz="2053"/>
            </a:lvl8pPr>
            <a:lvl9pPr>
              <a:defRPr sz="20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2112169"/>
            <a:ext cx="4217427" cy="3913054"/>
          </a:xfrm>
        </p:spPr>
        <p:txBody>
          <a:bodyPr/>
          <a:lstStyle>
            <a:lvl1pPr marL="0" indent="0">
              <a:buNone/>
              <a:defRPr sz="1643"/>
            </a:lvl1pPr>
            <a:lvl2pPr marL="469362" indent="0">
              <a:buNone/>
              <a:defRPr sz="1437"/>
            </a:lvl2pPr>
            <a:lvl3pPr marL="938723" indent="0">
              <a:buNone/>
              <a:defRPr sz="1232"/>
            </a:lvl3pPr>
            <a:lvl4pPr marL="1408085" indent="0">
              <a:buNone/>
              <a:defRPr sz="1027"/>
            </a:lvl4pPr>
            <a:lvl5pPr marL="1877446" indent="0">
              <a:buNone/>
              <a:defRPr sz="1027"/>
            </a:lvl5pPr>
            <a:lvl6pPr marL="2346808" indent="0">
              <a:buNone/>
              <a:defRPr sz="1027"/>
            </a:lvl6pPr>
            <a:lvl7pPr marL="2816169" indent="0">
              <a:buNone/>
              <a:defRPr sz="1027"/>
            </a:lvl7pPr>
            <a:lvl8pPr marL="3285531" indent="0">
              <a:buNone/>
              <a:defRPr sz="1027"/>
            </a:lvl8pPr>
            <a:lvl9pPr marL="3754892" indent="0">
              <a:buNone/>
              <a:defRPr sz="10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116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0695" y="469371"/>
            <a:ext cx="4217427" cy="1642798"/>
          </a:xfrm>
        </p:spPr>
        <p:txBody>
          <a:bodyPr anchor="b"/>
          <a:lstStyle>
            <a:lvl1pPr>
              <a:defRPr sz="328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59105" y="1013711"/>
            <a:ext cx="6619845" cy="5003363"/>
          </a:xfrm>
        </p:spPr>
        <p:txBody>
          <a:bodyPr anchor="t"/>
          <a:lstStyle>
            <a:lvl1pPr marL="0" indent="0">
              <a:buNone/>
              <a:defRPr sz="3285"/>
            </a:lvl1pPr>
            <a:lvl2pPr marL="469362" indent="0">
              <a:buNone/>
              <a:defRPr sz="2874"/>
            </a:lvl2pPr>
            <a:lvl3pPr marL="938723" indent="0">
              <a:buNone/>
              <a:defRPr sz="2464"/>
            </a:lvl3pPr>
            <a:lvl4pPr marL="1408085" indent="0">
              <a:buNone/>
              <a:defRPr sz="2053"/>
            </a:lvl4pPr>
            <a:lvl5pPr marL="1877446" indent="0">
              <a:buNone/>
              <a:defRPr sz="2053"/>
            </a:lvl5pPr>
            <a:lvl6pPr marL="2346808" indent="0">
              <a:buNone/>
              <a:defRPr sz="2053"/>
            </a:lvl6pPr>
            <a:lvl7pPr marL="2816169" indent="0">
              <a:buNone/>
              <a:defRPr sz="2053"/>
            </a:lvl7pPr>
            <a:lvl8pPr marL="3285531" indent="0">
              <a:buNone/>
              <a:defRPr sz="2053"/>
            </a:lvl8pPr>
            <a:lvl9pPr marL="3754892" indent="0">
              <a:buNone/>
              <a:defRPr sz="205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00695" y="2112169"/>
            <a:ext cx="4217427" cy="3913054"/>
          </a:xfrm>
        </p:spPr>
        <p:txBody>
          <a:bodyPr/>
          <a:lstStyle>
            <a:lvl1pPr marL="0" indent="0">
              <a:buNone/>
              <a:defRPr sz="1643"/>
            </a:lvl1pPr>
            <a:lvl2pPr marL="469362" indent="0">
              <a:buNone/>
              <a:defRPr sz="1437"/>
            </a:lvl2pPr>
            <a:lvl3pPr marL="938723" indent="0">
              <a:buNone/>
              <a:defRPr sz="1232"/>
            </a:lvl3pPr>
            <a:lvl4pPr marL="1408085" indent="0">
              <a:buNone/>
              <a:defRPr sz="1027"/>
            </a:lvl4pPr>
            <a:lvl5pPr marL="1877446" indent="0">
              <a:buNone/>
              <a:defRPr sz="1027"/>
            </a:lvl5pPr>
            <a:lvl6pPr marL="2346808" indent="0">
              <a:buNone/>
              <a:defRPr sz="1027"/>
            </a:lvl6pPr>
            <a:lvl7pPr marL="2816169" indent="0">
              <a:buNone/>
              <a:defRPr sz="1027"/>
            </a:lvl7pPr>
            <a:lvl8pPr marL="3285531" indent="0">
              <a:buNone/>
              <a:defRPr sz="1027"/>
            </a:lvl8pPr>
            <a:lvl9pPr marL="3754892" indent="0">
              <a:buNone/>
              <a:defRPr sz="10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9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097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57683" y="374845"/>
            <a:ext cx="2819564" cy="596655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98992" y="374845"/>
            <a:ext cx="8295238" cy="596655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664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8992" y="374845"/>
            <a:ext cx="11278255" cy="1360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8992" y="1874224"/>
            <a:ext cx="11278255" cy="4467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991" y="6525559"/>
            <a:ext cx="2942154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0D6CD-EDD6-FE48-848A-5096DBC5F615}" type="datetimeFigureOut">
              <a:rPr lang="en-US" smtClean="0"/>
              <a:t>10/7/25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31504" y="6525559"/>
            <a:ext cx="4413230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35093" y="6525559"/>
            <a:ext cx="2942154" cy="3748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3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63AD0C-C71D-7A44-B817-1DCB4E993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01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38723" rtl="0" eaLnBrk="1" latinLnBrk="0" hangingPunct="1">
        <a:lnSpc>
          <a:spcPct val="90000"/>
        </a:lnSpc>
        <a:spcBef>
          <a:spcPct val="0"/>
        </a:spcBef>
        <a:buNone/>
        <a:defRPr sz="451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4681" indent="-234681" algn="l" defTabSz="938723" rtl="0" eaLnBrk="1" latinLnBrk="0" hangingPunct="1">
        <a:lnSpc>
          <a:spcPct val="90000"/>
        </a:lnSpc>
        <a:spcBef>
          <a:spcPts val="1027"/>
        </a:spcBef>
        <a:buFont typeface="Arial" panose="020B0604020202020204" pitchFamily="34" charset="0"/>
        <a:buChar char="•"/>
        <a:defRPr sz="2874" kern="1200">
          <a:solidFill>
            <a:schemeClr val="tx1"/>
          </a:solidFill>
          <a:latin typeface="+mn-lt"/>
          <a:ea typeface="+mn-ea"/>
          <a:cs typeface="+mn-cs"/>
        </a:defRPr>
      </a:lvl1pPr>
      <a:lvl2pPr marL="704042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2464" kern="1200">
          <a:solidFill>
            <a:schemeClr val="tx1"/>
          </a:solidFill>
          <a:latin typeface="+mn-lt"/>
          <a:ea typeface="+mn-ea"/>
          <a:cs typeface="+mn-cs"/>
        </a:defRPr>
      </a:lvl2pPr>
      <a:lvl3pPr marL="1173404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2053" kern="1200">
          <a:solidFill>
            <a:schemeClr val="tx1"/>
          </a:solidFill>
          <a:latin typeface="+mn-lt"/>
          <a:ea typeface="+mn-ea"/>
          <a:cs typeface="+mn-cs"/>
        </a:defRPr>
      </a:lvl3pPr>
      <a:lvl4pPr marL="1642765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1848" kern="1200">
          <a:solidFill>
            <a:schemeClr val="tx1"/>
          </a:solidFill>
          <a:latin typeface="+mn-lt"/>
          <a:ea typeface="+mn-ea"/>
          <a:cs typeface="+mn-cs"/>
        </a:defRPr>
      </a:lvl4pPr>
      <a:lvl5pPr marL="2112127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1848" kern="1200">
          <a:solidFill>
            <a:schemeClr val="tx1"/>
          </a:solidFill>
          <a:latin typeface="+mn-lt"/>
          <a:ea typeface="+mn-ea"/>
          <a:cs typeface="+mn-cs"/>
        </a:defRPr>
      </a:lvl5pPr>
      <a:lvl6pPr marL="2581488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1848" kern="1200">
          <a:solidFill>
            <a:schemeClr val="tx1"/>
          </a:solidFill>
          <a:latin typeface="+mn-lt"/>
          <a:ea typeface="+mn-ea"/>
          <a:cs typeface="+mn-cs"/>
        </a:defRPr>
      </a:lvl6pPr>
      <a:lvl7pPr marL="3050850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1848" kern="1200">
          <a:solidFill>
            <a:schemeClr val="tx1"/>
          </a:solidFill>
          <a:latin typeface="+mn-lt"/>
          <a:ea typeface="+mn-ea"/>
          <a:cs typeface="+mn-cs"/>
        </a:defRPr>
      </a:lvl7pPr>
      <a:lvl8pPr marL="3520211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1848" kern="1200">
          <a:solidFill>
            <a:schemeClr val="tx1"/>
          </a:solidFill>
          <a:latin typeface="+mn-lt"/>
          <a:ea typeface="+mn-ea"/>
          <a:cs typeface="+mn-cs"/>
        </a:defRPr>
      </a:lvl8pPr>
      <a:lvl9pPr marL="3989573" indent="-234681" algn="l" defTabSz="938723" rtl="0" eaLnBrk="1" latinLnBrk="0" hangingPunct="1">
        <a:lnSpc>
          <a:spcPct val="90000"/>
        </a:lnSpc>
        <a:spcBef>
          <a:spcPts val="513"/>
        </a:spcBef>
        <a:buFont typeface="Arial" panose="020B0604020202020204" pitchFamily="34" charset="0"/>
        <a:buChar char="•"/>
        <a:defRPr sz="184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1pPr>
      <a:lvl2pPr marL="469362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2pPr>
      <a:lvl3pPr marL="938723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3pPr>
      <a:lvl4pPr marL="1408085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4pPr>
      <a:lvl5pPr marL="1877446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5pPr>
      <a:lvl6pPr marL="2346808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6pPr>
      <a:lvl7pPr marL="2816169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7pPr>
      <a:lvl8pPr marL="3285531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8pPr>
      <a:lvl9pPr marL="3754892" algn="l" defTabSz="938723" rtl="0" eaLnBrk="1" latinLnBrk="0" hangingPunct="1">
        <a:defRPr sz="184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microsoft.com/office/2007/relationships/hdphoto" Target="../media/hdphoto1.wdp"/><Relationship Id="rId10" Type="http://schemas.openxmlformats.org/officeDocument/2006/relationships/image" Target="../media/image7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78946B9-4F92-7588-764B-3638426C79B9}"/>
              </a:ext>
            </a:extLst>
          </p:cNvPr>
          <p:cNvCxnSpPr>
            <a:cxnSpLocks/>
          </p:cNvCxnSpPr>
          <p:nvPr/>
        </p:nvCxnSpPr>
        <p:spPr>
          <a:xfrm flipH="1">
            <a:off x="1077664" y="4619407"/>
            <a:ext cx="8077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C6684823-5FCD-5985-25D0-AB527E9AD601}"/>
              </a:ext>
            </a:extLst>
          </p:cNvPr>
          <p:cNvCxnSpPr>
            <a:cxnSpLocks/>
          </p:cNvCxnSpPr>
          <p:nvPr/>
        </p:nvCxnSpPr>
        <p:spPr>
          <a:xfrm flipH="1">
            <a:off x="1077664" y="5790087"/>
            <a:ext cx="8069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5ABD0C9-BE6E-EB24-21FC-5341F679CB05}"/>
              </a:ext>
            </a:extLst>
          </p:cNvPr>
          <p:cNvCxnSpPr>
            <a:cxnSpLocks/>
          </p:cNvCxnSpPr>
          <p:nvPr/>
        </p:nvCxnSpPr>
        <p:spPr>
          <a:xfrm flipH="1">
            <a:off x="3976853" y="4500777"/>
            <a:ext cx="215524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01AD003-890A-EEB8-82A6-133527B88071}"/>
              </a:ext>
            </a:extLst>
          </p:cNvPr>
          <p:cNvCxnSpPr>
            <a:cxnSpLocks/>
          </p:cNvCxnSpPr>
          <p:nvPr/>
        </p:nvCxnSpPr>
        <p:spPr>
          <a:xfrm flipH="1">
            <a:off x="3992213" y="4933061"/>
            <a:ext cx="2321846" cy="173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8578E13-0928-57C4-93DB-DCC8F8303DCB}"/>
              </a:ext>
            </a:extLst>
          </p:cNvPr>
          <p:cNvCxnSpPr>
            <a:cxnSpLocks/>
            <a:stCxn id="202" idx="1"/>
          </p:cNvCxnSpPr>
          <p:nvPr/>
        </p:nvCxnSpPr>
        <p:spPr>
          <a:xfrm flipH="1">
            <a:off x="3992213" y="5139482"/>
            <a:ext cx="2144043" cy="2357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73513112-14ED-587C-09A5-891717E0ED86}"/>
              </a:ext>
            </a:extLst>
          </p:cNvPr>
          <p:cNvCxnSpPr>
            <a:cxnSpLocks/>
          </p:cNvCxnSpPr>
          <p:nvPr/>
        </p:nvCxnSpPr>
        <p:spPr>
          <a:xfrm flipH="1">
            <a:off x="8237370" y="4474940"/>
            <a:ext cx="2564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F318E4D1-BCAD-42E5-8D0A-698A65421739}"/>
              </a:ext>
            </a:extLst>
          </p:cNvPr>
          <p:cNvCxnSpPr>
            <a:cxnSpLocks/>
          </p:cNvCxnSpPr>
          <p:nvPr/>
        </p:nvCxnSpPr>
        <p:spPr>
          <a:xfrm flipH="1">
            <a:off x="8228522" y="4908954"/>
            <a:ext cx="216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14441205-1FC6-2C18-E4C6-3F334E504D11}"/>
              </a:ext>
            </a:extLst>
          </p:cNvPr>
          <p:cNvCxnSpPr>
            <a:cxnSpLocks/>
            <a:stCxn id="195" idx="1"/>
          </p:cNvCxnSpPr>
          <p:nvPr/>
        </p:nvCxnSpPr>
        <p:spPr>
          <a:xfrm flipH="1" flipV="1">
            <a:off x="8228522" y="5116002"/>
            <a:ext cx="2161596" cy="23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98C4DD11-C957-F63C-E117-8A6D6E658EEC}"/>
              </a:ext>
            </a:extLst>
          </p:cNvPr>
          <p:cNvSpPr/>
          <p:nvPr/>
        </p:nvSpPr>
        <p:spPr>
          <a:xfrm>
            <a:off x="8757092" y="3625184"/>
            <a:ext cx="1190123" cy="2097942"/>
          </a:xfrm>
          <a:prstGeom prst="roundRect">
            <a:avLst>
              <a:gd name="adj" fmla="val 1670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515824FA-8789-F3F7-DF96-8739F9836C7B}"/>
              </a:ext>
            </a:extLst>
          </p:cNvPr>
          <p:cNvCxnSpPr>
            <a:cxnSpLocks/>
          </p:cNvCxnSpPr>
          <p:nvPr/>
        </p:nvCxnSpPr>
        <p:spPr>
          <a:xfrm>
            <a:off x="8252785" y="1598115"/>
            <a:ext cx="21040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CCAA3972-E940-DD74-FC44-1E1E2200F825}"/>
              </a:ext>
            </a:extLst>
          </p:cNvPr>
          <p:cNvSpPr/>
          <p:nvPr/>
        </p:nvSpPr>
        <p:spPr>
          <a:xfrm>
            <a:off x="10904991" y="3625185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559BE0D4-58AE-E95E-B1A6-346C5BFC794D}"/>
              </a:ext>
            </a:extLst>
          </p:cNvPr>
          <p:cNvSpPr/>
          <p:nvPr/>
        </p:nvSpPr>
        <p:spPr>
          <a:xfrm>
            <a:off x="10534462" y="4001977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166FD9-6944-E0E9-552F-B2944D49B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6" y="1087553"/>
            <a:ext cx="994954" cy="994954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838BC1CA-8B66-DA3D-71F6-7B8528891D52}"/>
              </a:ext>
            </a:extLst>
          </p:cNvPr>
          <p:cNvSpPr txBox="1"/>
          <p:nvPr/>
        </p:nvSpPr>
        <p:spPr>
          <a:xfrm>
            <a:off x="13973" y="2049579"/>
            <a:ext cx="1764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Labelled traffic data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E736D208-BF58-6FD8-5AF3-34E365D573AE}"/>
              </a:ext>
            </a:extLst>
          </p:cNvPr>
          <p:cNvSpPr/>
          <p:nvPr/>
        </p:nvSpPr>
        <p:spPr>
          <a:xfrm>
            <a:off x="1885366" y="904153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40B442-21D2-376D-F5D5-6E9E93A72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41" y="1187566"/>
            <a:ext cx="1463040" cy="1463040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2855A770-A91E-3BD1-C210-B9991C1896C8}"/>
              </a:ext>
            </a:extLst>
          </p:cNvPr>
          <p:cNvSpPr txBox="1"/>
          <p:nvPr/>
        </p:nvSpPr>
        <p:spPr>
          <a:xfrm>
            <a:off x="1443661" y="-59375"/>
            <a:ext cx="3060626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Unconstrained ML model training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AC6FA7CB-117C-74ED-2FBF-9C290741D4A4}"/>
              </a:ext>
            </a:extLst>
          </p:cNvPr>
          <p:cNvSpPr/>
          <p:nvPr/>
        </p:nvSpPr>
        <p:spPr>
          <a:xfrm>
            <a:off x="3417848" y="99617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978077A-8837-7222-197B-557726D4987C}"/>
              </a:ext>
            </a:extLst>
          </p:cNvPr>
          <p:cNvSpPr txBox="1"/>
          <p:nvPr/>
        </p:nvSpPr>
        <p:spPr>
          <a:xfrm>
            <a:off x="4289512" y="2123446"/>
            <a:ext cx="162934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Monolithic ML model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24DFC2F9-2CAD-4617-51ED-2CCA23C270B4}"/>
              </a:ext>
            </a:extLst>
          </p:cNvPr>
          <p:cNvSpPr/>
          <p:nvPr/>
        </p:nvSpPr>
        <p:spPr>
          <a:xfrm>
            <a:off x="6137742" y="904153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5BECEA0B-C736-B272-206C-01C4178050B2}"/>
              </a:ext>
            </a:extLst>
          </p:cNvPr>
          <p:cNvSpPr/>
          <p:nvPr/>
        </p:nvSpPr>
        <p:spPr>
          <a:xfrm>
            <a:off x="7670224" y="99617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88" name="Picture 187" descr="A magnifying glass with a pulse&#10;&#10;Description automatically generated">
            <a:extLst>
              <a:ext uri="{FF2B5EF4-FFF2-40B4-BE49-F238E27FC236}">
                <a16:creationId xmlns:a16="http://schemas.microsoft.com/office/drawing/2014/main" id="{127E2F7F-3AFF-A58F-7773-477DE29439A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33" b="96418" l="5467" r="95067">
                        <a14:foregroundMark x1="55867" y1="7463" x2="55867" y2="7463"/>
                        <a14:foregroundMark x1="18800" y1="38209" x2="18800" y2="38209"/>
                        <a14:foregroundMark x1="91467" y1="90896" x2="91467" y2="90896"/>
                        <a14:foregroundMark x1="92533" y1="92090" x2="92533" y2="92090"/>
                        <a14:foregroundMark x1="90667" y1="96418" x2="90667" y2="96418"/>
                        <a14:foregroundMark x1="43600" y1="3731" x2="43600" y2="3731"/>
                        <a14:foregroundMark x1="5467" y1="39104" x2="5467" y2="39104"/>
                        <a14:foregroundMark x1="95067" y1="90896" x2="95067" y2="908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4059" y="1204094"/>
            <a:ext cx="1535373" cy="1371600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0BC50605-40B2-748B-5A62-F5B1CD9CDCD1}"/>
              </a:ext>
            </a:extLst>
          </p:cNvPr>
          <p:cNvSpPr txBox="1"/>
          <p:nvPr/>
        </p:nvSpPr>
        <p:spPr>
          <a:xfrm>
            <a:off x="5504540" y="-75204"/>
            <a:ext cx="3337695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Feature importance extraction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5598795-348D-68F2-3F76-D555DBC1FBA5}"/>
              </a:ext>
            </a:extLst>
          </p:cNvPr>
          <p:cNvSpPr txBox="1"/>
          <p:nvPr/>
        </p:nvSpPr>
        <p:spPr>
          <a:xfrm>
            <a:off x="8299986" y="2120222"/>
            <a:ext cx="202015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Importance and accuracy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5670092D-0577-FE70-653B-900B44CA6354}"/>
              </a:ext>
            </a:extLst>
          </p:cNvPr>
          <p:cNvSpPr/>
          <p:nvPr/>
        </p:nvSpPr>
        <p:spPr>
          <a:xfrm>
            <a:off x="10390118" y="904153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A38D3E1-081B-409A-F435-CD50209D9001}"/>
              </a:ext>
            </a:extLst>
          </p:cNvPr>
          <p:cNvSpPr/>
          <p:nvPr/>
        </p:nvSpPr>
        <p:spPr>
          <a:xfrm>
            <a:off x="11940681" y="99617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E67EBFD-B6B4-B70B-7CF7-3077313E9416}"/>
              </a:ext>
            </a:extLst>
          </p:cNvPr>
          <p:cNvSpPr txBox="1"/>
          <p:nvPr/>
        </p:nvSpPr>
        <p:spPr>
          <a:xfrm>
            <a:off x="10389637" y="-73554"/>
            <a:ext cx="2020155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model partitioning</a:t>
            </a: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834D7061-AE8E-E903-D832-6958CBE929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flipV="1">
            <a:off x="10621578" y="1244046"/>
            <a:ext cx="1326746" cy="1309737"/>
          </a:xfrm>
          <a:prstGeom prst="rect">
            <a:avLst/>
          </a:prstGeom>
        </p:spPr>
      </p:pic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E91E12CD-0111-F2C6-D607-587FA97F782D}"/>
              </a:ext>
            </a:extLst>
          </p:cNvPr>
          <p:cNvSpPr/>
          <p:nvPr/>
        </p:nvSpPr>
        <p:spPr>
          <a:xfrm>
            <a:off x="10390118" y="4166446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5BD651-211E-4FB2-B4B3-0BED10DAA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493" y="4449859"/>
            <a:ext cx="1463040" cy="1463040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5E32A2BD-5CE8-3ABF-FA1C-1AA86F673F45}"/>
              </a:ext>
            </a:extLst>
          </p:cNvPr>
          <p:cNvSpPr txBox="1"/>
          <p:nvPr/>
        </p:nvSpPr>
        <p:spPr>
          <a:xfrm>
            <a:off x="8770289" y="6218536"/>
            <a:ext cx="4374951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Hardware-compliant</a:t>
            </a:r>
          </a:p>
          <a:p>
            <a:pPr algn="r"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sub-models training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0C1B193C-B82D-2F13-21EC-A5876A7C9357}"/>
              </a:ext>
            </a:extLst>
          </p:cNvPr>
          <p:cNvSpPr/>
          <p:nvPr/>
        </p:nvSpPr>
        <p:spPr>
          <a:xfrm>
            <a:off x="11925181" y="4258470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C62F84-89AD-0A82-B892-8CC574BE5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303" y="3692660"/>
            <a:ext cx="777240" cy="77724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30D644C3-08F2-35F5-6F71-B16C82654E57}"/>
              </a:ext>
            </a:extLst>
          </p:cNvPr>
          <p:cNvSpPr txBox="1"/>
          <p:nvPr/>
        </p:nvSpPr>
        <p:spPr>
          <a:xfrm rot="5400000">
            <a:off x="9226853" y="4118895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5D68EEF-63F0-0583-3334-40663671143D}"/>
              </a:ext>
            </a:extLst>
          </p:cNvPr>
          <p:cNvSpPr txBox="1"/>
          <p:nvPr/>
        </p:nvSpPr>
        <p:spPr>
          <a:xfrm>
            <a:off x="8195023" y="5763535"/>
            <a:ext cx="2308481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ML sub-models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6CDF1803-2217-A04E-55BD-2C01DBE9348E}"/>
              </a:ext>
            </a:extLst>
          </p:cNvPr>
          <p:cNvSpPr/>
          <p:nvPr/>
        </p:nvSpPr>
        <p:spPr>
          <a:xfrm>
            <a:off x="6136256" y="4166444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34C471B0-DBD7-9C63-C7A0-6A5F664615F8}"/>
              </a:ext>
            </a:extLst>
          </p:cNvPr>
          <p:cNvSpPr/>
          <p:nvPr/>
        </p:nvSpPr>
        <p:spPr>
          <a:xfrm>
            <a:off x="7667801" y="4258417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5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C03C660-A3F9-E224-3270-2708484D9146}"/>
              </a:ext>
            </a:extLst>
          </p:cNvPr>
          <p:cNvSpPr txBox="1"/>
          <p:nvPr/>
        </p:nvSpPr>
        <p:spPr>
          <a:xfrm>
            <a:off x="5887842" y="6218536"/>
            <a:ext cx="2581542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sequencing</a:t>
            </a:r>
          </a:p>
        </p:txBody>
      </p:sp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09A1445-7515-E398-AE33-7EAA44CB12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0497" y="4626726"/>
            <a:ext cx="1248622" cy="1248622"/>
          </a:xfrm>
          <a:prstGeom prst="rect">
            <a:avLst/>
          </a:prstGeom>
        </p:spPr>
      </p:pic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113D8F24-0CB8-07EA-27F3-2890C56D7DB3}"/>
              </a:ext>
            </a:extLst>
          </p:cNvPr>
          <p:cNvSpPr/>
          <p:nvPr/>
        </p:nvSpPr>
        <p:spPr>
          <a:xfrm>
            <a:off x="1884586" y="413234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4AEFCFD9-E95C-BF2A-5E58-5AC619CB6CD7}"/>
              </a:ext>
            </a:extLst>
          </p:cNvPr>
          <p:cNvSpPr/>
          <p:nvPr/>
        </p:nvSpPr>
        <p:spPr>
          <a:xfrm>
            <a:off x="3403420" y="422436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6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657E38CA-3872-F6AE-5FD8-87F94589F5B6}"/>
              </a:ext>
            </a:extLst>
          </p:cNvPr>
          <p:cNvSpPr txBox="1"/>
          <p:nvPr/>
        </p:nvSpPr>
        <p:spPr>
          <a:xfrm>
            <a:off x="1639405" y="6206415"/>
            <a:ext cx="2581542" cy="86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planning</a:t>
            </a:r>
          </a:p>
        </p:txBody>
      </p:sp>
      <p:pic>
        <p:nvPicPr>
          <p:cNvPr id="210" name="Picture 209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AD7562E9-48F1-1BDC-F99B-B185B9AE01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45" y="4302506"/>
            <a:ext cx="905256" cy="913667"/>
          </a:xfrm>
          <a:prstGeom prst="rect">
            <a:avLst/>
          </a:prstGeom>
        </p:spPr>
      </p:pic>
      <p:pic>
        <p:nvPicPr>
          <p:cNvPr id="211" name="Picture 210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7302DF68-50F7-A84C-6D24-39A7EB3FBEF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145" y="5487523"/>
            <a:ext cx="905256" cy="913667"/>
          </a:xfrm>
          <a:prstGeom prst="rect">
            <a:avLst/>
          </a:prstGeom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1F33C58E-C708-9251-044F-9E1521344B19}"/>
              </a:ext>
            </a:extLst>
          </p:cNvPr>
          <p:cNvSpPr txBox="1"/>
          <p:nvPr/>
        </p:nvSpPr>
        <p:spPr>
          <a:xfrm rot="18899713" flipV="1">
            <a:off x="12600909" y="3518411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700" dirty="0"/>
              <a:t>...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77A99A5-0880-4977-EA94-64C702D4F897}"/>
              </a:ext>
            </a:extLst>
          </p:cNvPr>
          <p:cNvSpPr txBox="1"/>
          <p:nvPr/>
        </p:nvSpPr>
        <p:spPr>
          <a:xfrm>
            <a:off x="8198" y="6303593"/>
            <a:ext cx="1806385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User-plane programs</a:t>
            </a:r>
          </a:p>
        </p:txBody>
      </p:sp>
      <p:pic>
        <p:nvPicPr>
          <p:cNvPr id="214" name="Picture 2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A630F4-B7A2-D7B2-6DFE-4B442793C8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39303" y="4888556"/>
            <a:ext cx="777240" cy="777240"/>
          </a:xfrm>
          <a:prstGeom prst="rect">
            <a:avLst/>
          </a:prstGeom>
        </p:spPr>
      </p:pic>
      <p:sp>
        <p:nvSpPr>
          <p:cNvPr id="217" name="TextBox 216">
            <a:extLst>
              <a:ext uri="{FF2B5EF4-FFF2-40B4-BE49-F238E27FC236}">
                <a16:creationId xmlns:a16="http://schemas.microsoft.com/office/drawing/2014/main" id="{3CA957B9-B9EB-1AC9-CCCA-0E83CEAF6C62}"/>
              </a:ext>
            </a:extLst>
          </p:cNvPr>
          <p:cNvSpPr txBox="1"/>
          <p:nvPr/>
        </p:nvSpPr>
        <p:spPr>
          <a:xfrm>
            <a:off x="4039246" y="5769004"/>
            <a:ext cx="2082126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Ordered ML sub-models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4EB3C17-44BA-C9A9-4C5A-01585254834D}"/>
              </a:ext>
            </a:extLst>
          </p:cNvPr>
          <p:cNvSpPr txBox="1"/>
          <p:nvPr/>
        </p:nvSpPr>
        <p:spPr>
          <a:xfrm rot="5400000">
            <a:off x="449539" y="4797340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AD70B381-78C0-2729-D18C-211778718A92}"/>
              </a:ext>
            </a:extLst>
          </p:cNvPr>
          <p:cNvCxnSpPr>
            <a:cxnSpLocks/>
            <a:stCxn id="179" idx="3"/>
          </p:cNvCxnSpPr>
          <p:nvPr/>
        </p:nvCxnSpPr>
        <p:spPr>
          <a:xfrm>
            <a:off x="1007740" y="1585030"/>
            <a:ext cx="8768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A27A5DB1-EE90-9752-DECF-942F62B15CF7}"/>
              </a:ext>
            </a:extLst>
          </p:cNvPr>
          <p:cNvCxnSpPr>
            <a:cxnSpLocks/>
          </p:cNvCxnSpPr>
          <p:nvPr/>
        </p:nvCxnSpPr>
        <p:spPr>
          <a:xfrm>
            <a:off x="3977633" y="1598842"/>
            <a:ext cx="21544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BEA2493F-2FC7-A9DD-A83C-1DCA14602EB4}"/>
              </a:ext>
            </a:extLst>
          </p:cNvPr>
          <p:cNvSpPr/>
          <p:nvPr/>
        </p:nvSpPr>
        <p:spPr>
          <a:xfrm>
            <a:off x="4556701" y="949217"/>
            <a:ext cx="1094961" cy="1071973"/>
          </a:xfrm>
          <a:prstGeom prst="roundRect">
            <a:avLst>
              <a:gd name="adj" fmla="val 1670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5" name="Picture 2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B33C14D-BFC3-8D56-C64E-E619166AEAB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1017" y="1029281"/>
            <a:ext cx="946331" cy="946331"/>
          </a:xfrm>
          <a:prstGeom prst="rect">
            <a:avLst/>
          </a:prstGeom>
        </p:spPr>
      </p:pic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21A837A9-DDF6-3E50-6352-632F59548548}"/>
              </a:ext>
            </a:extLst>
          </p:cNvPr>
          <p:cNvSpPr/>
          <p:nvPr/>
        </p:nvSpPr>
        <p:spPr>
          <a:xfrm>
            <a:off x="8753044" y="950082"/>
            <a:ext cx="1194171" cy="1071973"/>
          </a:xfrm>
          <a:prstGeom prst="roundRect">
            <a:avLst>
              <a:gd name="adj" fmla="val 1670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8C05FFF5-3144-9F38-C6F1-37FF19353C31}"/>
              </a:ext>
            </a:extLst>
          </p:cNvPr>
          <p:cNvCxnSpPr>
            <a:cxnSpLocks/>
            <a:stCxn id="191" idx="2"/>
            <a:endCxn id="195" idx="0"/>
          </p:cNvCxnSpPr>
          <p:nvPr/>
        </p:nvCxnSpPr>
        <p:spPr>
          <a:xfrm>
            <a:off x="11436252" y="2850228"/>
            <a:ext cx="0" cy="1316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331EB754-7015-481B-C8E4-CA1EAD02AC5A}"/>
              </a:ext>
            </a:extLst>
          </p:cNvPr>
          <p:cNvCxnSpPr/>
          <p:nvPr/>
        </p:nvCxnSpPr>
        <p:spPr>
          <a:xfrm>
            <a:off x="2938407" y="758882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C22E64F-E715-CCF2-036C-C22EC0B803E2}"/>
              </a:ext>
            </a:extLst>
          </p:cNvPr>
          <p:cNvCxnSpPr/>
          <p:nvPr/>
        </p:nvCxnSpPr>
        <p:spPr>
          <a:xfrm>
            <a:off x="7194156" y="743384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9E52567-F6C6-8A77-090E-2C4662E8FB11}"/>
              </a:ext>
            </a:extLst>
          </p:cNvPr>
          <p:cNvCxnSpPr/>
          <p:nvPr/>
        </p:nvCxnSpPr>
        <p:spPr>
          <a:xfrm>
            <a:off x="11399503" y="743384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3E527421-8552-2EFE-15F5-DC2CBDFCBDAC}"/>
              </a:ext>
            </a:extLst>
          </p:cNvPr>
          <p:cNvCxnSpPr>
            <a:cxnSpLocks/>
          </p:cNvCxnSpPr>
          <p:nvPr/>
        </p:nvCxnSpPr>
        <p:spPr>
          <a:xfrm>
            <a:off x="11414219" y="5948052"/>
            <a:ext cx="0" cy="313561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1C1EDB2-AB8C-D078-76B4-3D616A080764}"/>
              </a:ext>
            </a:extLst>
          </p:cNvPr>
          <p:cNvCxnSpPr/>
          <p:nvPr/>
        </p:nvCxnSpPr>
        <p:spPr>
          <a:xfrm>
            <a:off x="7173388" y="5838202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8380C8E-80B5-B8B0-32E1-26DE6D3E0277}"/>
              </a:ext>
            </a:extLst>
          </p:cNvPr>
          <p:cNvCxnSpPr/>
          <p:nvPr/>
        </p:nvCxnSpPr>
        <p:spPr>
          <a:xfrm>
            <a:off x="2903424" y="5807620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68886F9D-DBF1-89FD-0ED8-CE8FB214CA7C}"/>
              </a:ext>
            </a:extLst>
          </p:cNvPr>
          <p:cNvGrpSpPr/>
          <p:nvPr/>
        </p:nvGrpSpPr>
        <p:grpSpPr>
          <a:xfrm>
            <a:off x="8490751" y="1169178"/>
            <a:ext cx="1628298" cy="711569"/>
            <a:chOff x="8490751" y="1077644"/>
            <a:chExt cx="1628298" cy="711569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F473F27E-DF6A-197F-ECBB-A608C42933FE}"/>
                </a:ext>
              </a:extLst>
            </p:cNvPr>
            <p:cNvSpPr txBox="1"/>
            <p:nvPr/>
          </p:nvSpPr>
          <p:spPr>
            <a:xfrm>
              <a:off x="8490751" y="1081327"/>
              <a:ext cx="11941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W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839D1C-65BF-0AD1-CCFB-96786A3D5DC2}"/>
                </a:ext>
              </a:extLst>
            </p:cNvPr>
            <p:cNvSpPr txBox="1"/>
            <p:nvPr/>
          </p:nvSpPr>
          <p:spPr>
            <a:xfrm>
              <a:off x="8924878" y="1077644"/>
              <a:ext cx="11941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,</a:t>
              </a:r>
              <a:r>
                <a:rPr lang="en-US" sz="1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en-US" sz="4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</p:grpSp>
      <p:sp>
        <p:nvSpPr>
          <p:cNvPr id="4" name="Rounded Rectangle 39">
            <a:extLst>
              <a:ext uri="{FF2B5EF4-FFF2-40B4-BE49-F238E27FC236}">
                <a16:creationId xmlns:a16="http://schemas.microsoft.com/office/drawing/2014/main" id="{0F8B9EF5-22FD-372A-E2E0-04FEAE3BF684}"/>
              </a:ext>
            </a:extLst>
          </p:cNvPr>
          <p:cNvSpPr/>
          <p:nvPr/>
        </p:nvSpPr>
        <p:spPr>
          <a:xfrm>
            <a:off x="11012939" y="2974515"/>
            <a:ext cx="846701" cy="777177"/>
          </a:xfrm>
          <a:prstGeom prst="roundRect">
            <a:avLst>
              <a:gd name="adj" fmla="val 1670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i="1" dirty="0">
                <a:solidFill>
                  <a:schemeClr val="tx1"/>
                </a:solidFill>
                <a:latin typeface="CMU Serif" panose="02000603000000000000"/>
              </a:rPr>
              <a:t>P</a:t>
            </a:r>
          </a:p>
        </p:txBody>
      </p:sp>
      <p:sp>
        <p:nvSpPr>
          <p:cNvPr id="5" name="TextBox 75">
            <a:extLst>
              <a:ext uri="{FF2B5EF4-FFF2-40B4-BE49-F238E27FC236}">
                <a16:creationId xmlns:a16="http://schemas.microsoft.com/office/drawing/2014/main" id="{14FB7704-D77B-99B5-FDDB-FD2D428E6F7F}"/>
              </a:ext>
            </a:extLst>
          </p:cNvPr>
          <p:cNvSpPr txBox="1"/>
          <p:nvPr/>
        </p:nvSpPr>
        <p:spPr>
          <a:xfrm>
            <a:off x="11723160" y="3146104"/>
            <a:ext cx="1518450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Partition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AE8436E0-4457-DE82-EEDF-91C173B8420E}"/>
              </a:ext>
            </a:extLst>
          </p:cNvPr>
          <p:cNvSpPr/>
          <p:nvPr/>
        </p:nvSpPr>
        <p:spPr>
          <a:xfrm>
            <a:off x="4516080" y="3625184"/>
            <a:ext cx="1190123" cy="2097942"/>
          </a:xfrm>
          <a:prstGeom prst="roundRect">
            <a:avLst>
              <a:gd name="adj" fmla="val 16703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" name="Picture 19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2844455-247B-A7A8-BCFA-AFE5F8E9EB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531" y="3692660"/>
            <a:ext cx="777240" cy="77724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5E7C0FD9-A10B-643A-F813-DD5A6C893CEE}"/>
              </a:ext>
            </a:extLst>
          </p:cNvPr>
          <p:cNvSpPr txBox="1"/>
          <p:nvPr/>
        </p:nvSpPr>
        <p:spPr>
          <a:xfrm rot="5400000">
            <a:off x="5054081" y="4118895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pic>
        <p:nvPicPr>
          <p:cNvPr id="22" name="Picture 2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0747F002-E625-7108-E7B0-11986214D9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6531" y="4888556"/>
            <a:ext cx="777240" cy="77724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688BEC4-0201-C2B6-EB7F-B8CC26BB7644}"/>
              </a:ext>
            </a:extLst>
          </p:cNvPr>
          <p:cNvSpPr>
            <a:spLocks noChangeAspect="1"/>
          </p:cNvSpPr>
          <p:nvPr/>
        </p:nvSpPr>
        <p:spPr>
          <a:xfrm>
            <a:off x="4637896" y="3695938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5B7B8BA-5EB3-A17C-2E43-F56103396B89}"/>
              </a:ext>
            </a:extLst>
          </p:cNvPr>
          <p:cNvSpPr>
            <a:spLocks noChangeAspect="1"/>
          </p:cNvSpPr>
          <p:nvPr/>
        </p:nvSpPr>
        <p:spPr>
          <a:xfrm>
            <a:off x="4634176" y="4911416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200"/>
              </a:spcAft>
            </a:pPr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154983-65A5-F6FF-9A98-9354696018B8}"/>
              </a:ext>
            </a:extLst>
          </p:cNvPr>
          <p:cNvSpPr txBox="1"/>
          <p:nvPr/>
        </p:nvSpPr>
        <p:spPr>
          <a:xfrm>
            <a:off x="1517012" y="3033195"/>
            <a:ext cx="2709373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Network topology and routing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F0F1C64-AEB4-6ACF-9629-53D53094EA09}"/>
              </a:ext>
            </a:extLst>
          </p:cNvPr>
          <p:cNvGrpSpPr/>
          <p:nvPr/>
        </p:nvGrpSpPr>
        <p:grpSpPr>
          <a:xfrm>
            <a:off x="109732" y="3090449"/>
            <a:ext cx="1320620" cy="931854"/>
            <a:chOff x="2810066" y="3055132"/>
            <a:chExt cx="1320620" cy="93185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7285C874-7123-210D-D042-6885D316E684}"/>
                </a:ext>
              </a:extLst>
            </p:cNvPr>
            <p:cNvSpPr/>
            <p:nvPr/>
          </p:nvSpPr>
          <p:spPr>
            <a:xfrm rot="1177520">
              <a:off x="2810066" y="3220087"/>
              <a:ext cx="365760" cy="36576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40EFED-FE0C-C374-72BF-ADF592AF8866}"/>
                </a:ext>
              </a:extLst>
            </p:cNvPr>
            <p:cNvSpPr/>
            <p:nvPr/>
          </p:nvSpPr>
          <p:spPr>
            <a:xfrm rot="20534401">
              <a:off x="3403420" y="3055132"/>
              <a:ext cx="274320" cy="27432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607817CE-37A9-1844-3025-9BA3D6C9495A}"/>
                </a:ext>
              </a:extLst>
            </p:cNvPr>
            <p:cNvSpPr/>
            <p:nvPr/>
          </p:nvSpPr>
          <p:spPr>
            <a:xfrm>
              <a:off x="3702738" y="3796010"/>
              <a:ext cx="182880" cy="18288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A2DEDC06-A425-E580-4681-7764E88BD44B}"/>
                </a:ext>
              </a:extLst>
            </p:cNvPr>
            <p:cNvSpPr/>
            <p:nvPr/>
          </p:nvSpPr>
          <p:spPr>
            <a:xfrm rot="19705564">
              <a:off x="3253603" y="3804106"/>
              <a:ext cx="182880" cy="18288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9BE43D92-5D01-D9DD-4594-A420D402FBE8}"/>
                </a:ext>
              </a:extLst>
            </p:cNvPr>
            <p:cNvSpPr/>
            <p:nvPr/>
          </p:nvSpPr>
          <p:spPr>
            <a:xfrm>
              <a:off x="3947806" y="3367921"/>
              <a:ext cx="182880" cy="18288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58CF794-92A9-60A7-D4B9-1F604C3E24CC}"/>
                </a:ext>
              </a:extLst>
            </p:cNvPr>
            <p:cNvCxnSpPr>
              <a:cxnSpLocks/>
              <a:stCxn id="26" idx="7"/>
              <a:endCxn id="27" idx="2"/>
            </p:cNvCxnSpPr>
            <p:nvPr/>
          </p:nvCxnSpPr>
          <p:spPr>
            <a:xfrm flipV="1">
              <a:off x="3158183" y="3234130"/>
              <a:ext cx="251774" cy="90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187BA163-DEBD-82C0-00D9-524DDFF4C8B3}"/>
                </a:ext>
              </a:extLst>
            </p:cNvPr>
            <p:cNvCxnSpPr>
              <a:cxnSpLocks/>
              <a:stCxn id="26" idx="5"/>
              <a:endCxn id="30" idx="0"/>
            </p:cNvCxnSpPr>
            <p:nvPr/>
          </p:nvCxnSpPr>
          <p:spPr>
            <a:xfrm>
              <a:off x="3071317" y="3568204"/>
              <a:ext cx="225848" cy="2494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F8A0F6C-D55C-7584-C626-83A15A84F60F}"/>
                </a:ext>
              </a:extLst>
            </p:cNvPr>
            <p:cNvCxnSpPr>
              <a:cxnSpLocks/>
              <a:stCxn id="26" idx="6"/>
              <a:endCxn id="28" idx="1"/>
            </p:cNvCxnSpPr>
            <p:nvPr/>
          </p:nvCxnSpPr>
          <p:spPr>
            <a:xfrm>
              <a:off x="3165202" y="3464391"/>
              <a:ext cx="564318" cy="3584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A8099A1-B727-9E4D-5068-CF948603BFB6}"/>
                </a:ext>
              </a:extLst>
            </p:cNvPr>
            <p:cNvCxnSpPr>
              <a:cxnSpLocks/>
              <a:stCxn id="27" idx="5"/>
              <a:endCxn id="31" idx="1"/>
            </p:cNvCxnSpPr>
            <p:nvPr/>
          </p:nvCxnSpPr>
          <p:spPr>
            <a:xfrm>
              <a:off x="3662529" y="3255073"/>
              <a:ext cx="312059" cy="1396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FB0EA903-D004-BAB0-D447-E8967168BAEC}"/>
                </a:ext>
              </a:extLst>
            </p:cNvPr>
            <p:cNvCxnSpPr>
              <a:cxnSpLocks/>
              <a:stCxn id="27" idx="4"/>
              <a:endCxn id="28" idx="0"/>
            </p:cNvCxnSpPr>
            <p:nvPr/>
          </p:nvCxnSpPr>
          <p:spPr>
            <a:xfrm>
              <a:off x="3582418" y="3322915"/>
              <a:ext cx="211760" cy="4730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5AAEB57-F5D6-F228-27B1-D30D6C100A6A}"/>
                </a:ext>
              </a:extLst>
            </p:cNvPr>
            <p:cNvCxnSpPr>
              <a:cxnSpLocks/>
              <a:stCxn id="31" idx="4"/>
              <a:endCxn id="28" idx="7"/>
            </p:cNvCxnSpPr>
            <p:nvPr/>
          </p:nvCxnSpPr>
          <p:spPr>
            <a:xfrm flipH="1">
              <a:off x="3858836" y="3550801"/>
              <a:ext cx="180410" cy="2719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E92F10C-0FDD-4BD1-8321-54188E6D7002}"/>
                </a:ext>
              </a:extLst>
            </p:cNvPr>
            <p:cNvCxnSpPr>
              <a:cxnSpLocks/>
              <a:stCxn id="28" idx="2"/>
              <a:endCxn id="30" idx="5"/>
            </p:cNvCxnSpPr>
            <p:nvPr/>
          </p:nvCxnSpPr>
          <p:spPr>
            <a:xfrm flipH="1">
              <a:off x="3433984" y="3887450"/>
              <a:ext cx="268754" cy="293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Elbow Connector 131">
            <a:extLst>
              <a:ext uri="{FF2B5EF4-FFF2-40B4-BE49-F238E27FC236}">
                <a16:creationId xmlns:a16="http://schemas.microsoft.com/office/drawing/2014/main" id="{D4D821F3-AA1C-A689-D950-8E856748A064}"/>
              </a:ext>
            </a:extLst>
          </p:cNvPr>
          <p:cNvCxnSpPr>
            <a:cxnSpLocks/>
          </p:cNvCxnSpPr>
          <p:nvPr/>
        </p:nvCxnSpPr>
        <p:spPr>
          <a:xfrm>
            <a:off x="1443661" y="3831155"/>
            <a:ext cx="1946598" cy="287563"/>
          </a:xfrm>
          <a:prstGeom prst="bentConnector3">
            <a:avLst>
              <a:gd name="adj1" fmla="val 99779"/>
            </a:avLst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6C33EC6D-9F1B-E1B8-7D7B-C2EB1476CB2E}"/>
              </a:ext>
            </a:extLst>
          </p:cNvPr>
          <p:cNvGrpSpPr>
            <a:grpSpLocks noChangeAspect="1"/>
          </p:cNvGrpSpPr>
          <p:nvPr/>
        </p:nvGrpSpPr>
        <p:grpSpPr>
          <a:xfrm>
            <a:off x="2051000" y="4528807"/>
            <a:ext cx="1684650" cy="1188720"/>
            <a:chOff x="2810066" y="3055132"/>
            <a:chExt cx="1320620" cy="931854"/>
          </a:xfrm>
        </p:grpSpPr>
        <p:sp>
          <p:nvSpPr>
            <p:cNvPr id="148" name="Oval 147">
              <a:extLst>
                <a:ext uri="{FF2B5EF4-FFF2-40B4-BE49-F238E27FC236}">
                  <a16:creationId xmlns:a16="http://schemas.microsoft.com/office/drawing/2014/main" id="{67F124B0-172E-FF84-F30E-31A6BA2721DB}"/>
                </a:ext>
              </a:extLst>
            </p:cNvPr>
            <p:cNvSpPr/>
            <p:nvPr/>
          </p:nvSpPr>
          <p:spPr>
            <a:xfrm rot="1177520">
              <a:off x="2810066" y="3220087"/>
              <a:ext cx="365760" cy="36576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9" name="Oval 148">
              <a:extLst>
                <a:ext uri="{FF2B5EF4-FFF2-40B4-BE49-F238E27FC236}">
                  <a16:creationId xmlns:a16="http://schemas.microsoft.com/office/drawing/2014/main" id="{AD3C0A68-218E-63EB-4F9D-BC25DE68A05D}"/>
                </a:ext>
              </a:extLst>
            </p:cNvPr>
            <p:cNvSpPr/>
            <p:nvPr/>
          </p:nvSpPr>
          <p:spPr>
            <a:xfrm rot="20534401">
              <a:off x="3403420" y="3055132"/>
              <a:ext cx="274320" cy="27432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0" name="Oval 149">
              <a:extLst>
                <a:ext uri="{FF2B5EF4-FFF2-40B4-BE49-F238E27FC236}">
                  <a16:creationId xmlns:a16="http://schemas.microsoft.com/office/drawing/2014/main" id="{9280BD23-6F88-5A04-E597-5C8146D9AB6C}"/>
                </a:ext>
              </a:extLst>
            </p:cNvPr>
            <p:cNvSpPr/>
            <p:nvPr/>
          </p:nvSpPr>
          <p:spPr>
            <a:xfrm>
              <a:off x="3702738" y="3796010"/>
              <a:ext cx="182880" cy="18288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Oval 150">
              <a:extLst>
                <a:ext uri="{FF2B5EF4-FFF2-40B4-BE49-F238E27FC236}">
                  <a16:creationId xmlns:a16="http://schemas.microsoft.com/office/drawing/2014/main" id="{9F8E8A33-507A-5208-BEFF-972DA61B3238}"/>
                </a:ext>
              </a:extLst>
            </p:cNvPr>
            <p:cNvSpPr/>
            <p:nvPr/>
          </p:nvSpPr>
          <p:spPr>
            <a:xfrm rot="19705564">
              <a:off x="3253603" y="3804106"/>
              <a:ext cx="182880" cy="18288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Oval 151">
              <a:extLst>
                <a:ext uri="{FF2B5EF4-FFF2-40B4-BE49-F238E27FC236}">
                  <a16:creationId xmlns:a16="http://schemas.microsoft.com/office/drawing/2014/main" id="{2D2A8B14-6887-477B-7940-117CF80D96CA}"/>
                </a:ext>
              </a:extLst>
            </p:cNvPr>
            <p:cNvSpPr/>
            <p:nvPr/>
          </p:nvSpPr>
          <p:spPr>
            <a:xfrm>
              <a:off x="3947806" y="3367921"/>
              <a:ext cx="182880" cy="182880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D83E0B52-EA99-715E-17DA-11A522EB3D20}"/>
                </a:ext>
              </a:extLst>
            </p:cNvPr>
            <p:cNvCxnSpPr>
              <a:cxnSpLocks/>
              <a:stCxn id="148" idx="7"/>
              <a:endCxn id="149" idx="2"/>
            </p:cNvCxnSpPr>
            <p:nvPr/>
          </p:nvCxnSpPr>
          <p:spPr>
            <a:xfrm flipV="1">
              <a:off x="3158183" y="3234130"/>
              <a:ext cx="251774" cy="90466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FFC5465D-D796-7F10-C02C-065EBC7A85F3}"/>
                </a:ext>
              </a:extLst>
            </p:cNvPr>
            <p:cNvCxnSpPr>
              <a:cxnSpLocks/>
              <a:stCxn id="148" idx="5"/>
              <a:endCxn id="151" idx="0"/>
            </p:cNvCxnSpPr>
            <p:nvPr/>
          </p:nvCxnSpPr>
          <p:spPr>
            <a:xfrm>
              <a:off x="3071317" y="3568204"/>
              <a:ext cx="225848" cy="24943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8F020C77-0C8A-D936-226E-C7AED398802B}"/>
                </a:ext>
              </a:extLst>
            </p:cNvPr>
            <p:cNvCxnSpPr>
              <a:cxnSpLocks/>
              <a:stCxn id="148" idx="6"/>
              <a:endCxn id="150" idx="1"/>
            </p:cNvCxnSpPr>
            <p:nvPr/>
          </p:nvCxnSpPr>
          <p:spPr>
            <a:xfrm>
              <a:off x="3165202" y="3464391"/>
              <a:ext cx="564318" cy="35840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981FDA59-F3D0-4ECC-145D-4115870AC380}"/>
                </a:ext>
              </a:extLst>
            </p:cNvPr>
            <p:cNvCxnSpPr>
              <a:cxnSpLocks/>
              <a:stCxn id="149" idx="5"/>
              <a:endCxn id="152" idx="1"/>
            </p:cNvCxnSpPr>
            <p:nvPr/>
          </p:nvCxnSpPr>
          <p:spPr>
            <a:xfrm>
              <a:off x="3662529" y="3255073"/>
              <a:ext cx="312059" cy="13963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ECCCB5A1-3B04-D4AB-BA86-D827CD7B1F96}"/>
                </a:ext>
              </a:extLst>
            </p:cNvPr>
            <p:cNvCxnSpPr>
              <a:cxnSpLocks/>
              <a:stCxn id="149" idx="4"/>
              <a:endCxn id="150" idx="0"/>
            </p:cNvCxnSpPr>
            <p:nvPr/>
          </p:nvCxnSpPr>
          <p:spPr>
            <a:xfrm>
              <a:off x="3582418" y="3322915"/>
              <a:ext cx="211760" cy="47309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63587F9A-03D2-2E25-F6F5-D59A917AC8E2}"/>
                </a:ext>
              </a:extLst>
            </p:cNvPr>
            <p:cNvCxnSpPr>
              <a:cxnSpLocks/>
              <a:stCxn id="152" idx="4"/>
              <a:endCxn id="150" idx="7"/>
            </p:cNvCxnSpPr>
            <p:nvPr/>
          </p:nvCxnSpPr>
          <p:spPr>
            <a:xfrm flipH="1">
              <a:off x="3858836" y="3550801"/>
              <a:ext cx="180410" cy="271991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A453317-DEF7-F7AB-59BF-EEC1D102C5F7}"/>
                </a:ext>
              </a:extLst>
            </p:cNvPr>
            <p:cNvCxnSpPr>
              <a:cxnSpLocks/>
              <a:stCxn id="150" idx="2"/>
              <a:endCxn id="151" idx="5"/>
            </p:cNvCxnSpPr>
            <p:nvPr/>
          </p:nvCxnSpPr>
          <p:spPr>
            <a:xfrm flipH="1">
              <a:off x="3433984" y="3887450"/>
              <a:ext cx="268754" cy="29328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0" name="Oval 159">
            <a:extLst>
              <a:ext uri="{FF2B5EF4-FFF2-40B4-BE49-F238E27FC236}">
                <a16:creationId xmlns:a16="http://schemas.microsoft.com/office/drawing/2014/main" id="{73A03A6B-81ED-1AE3-EEED-19CE89EF4109}"/>
              </a:ext>
            </a:extLst>
          </p:cNvPr>
          <p:cNvSpPr>
            <a:spLocks noChangeAspect="1"/>
          </p:cNvSpPr>
          <p:nvPr/>
        </p:nvSpPr>
        <p:spPr>
          <a:xfrm>
            <a:off x="2006804" y="4543630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9AC93983-BA79-5AD4-2CE2-D895016DB4A1}"/>
              </a:ext>
            </a:extLst>
          </p:cNvPr>
          <p:cNvSpPr>
            <a:spLocks noChangeAspect="1"/>
          </p:cNvSpPr>
          <p:nvPr/>
        </p:nvSpPr>
        <p:spPr>
          <a:xfrm>
            <a:off x="3283045" y="5581006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200"/>
              </a:spcAft>
            </a:pPr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659432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707D9-1981-5557-D60E-FA893439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0A1D1BDC-C653-C4A4-7B0D-836BEF57E56A}"/>
              </a:ext>
            </a:extLst>
          </p:cNvPr>
          <p:cNvCxnSpPr>
            <a:cxnSpLocks/>
          </p:cNvCxnSpPr>
          <p:nvPr/>
        </p:nvCxnSpPr>
        <p:spPr>
          <a:xfrm flipH="1">
            <a:off x="1077664" y="3778988"/>
            <a:ext cx="8077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0F9BB283-6F57-D215-B229-6BF7EF243C06}"/>
              </a:ext>
            </a:extLst>
          </p:cNvPr>
          <p:cNvCxnSpPr>
            <a:cxnSpLocks/>
          </p:cNvCxnSpPr>
          <p:nvPr/>
        </p:nvCxnSpPr>
        <p:spPr>
          <a:xfrm flipH="1">
            <a:off x="1077664" y="5118113"/>
            <a:ext cx="3019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CA165D2-F841-B094-4432-539A02C800B7}"/>
              </a:ext>
            </a:extLst>
          </p:cNvPr>
          <p:cNvCxnSpPr>
            <a:cxnSpLocks/>
          </p:cNvCxnSpPr>
          <p:nvPr/>
        </p:nvCxnSpPr>
        <p:spPr>
          <a:xfrm flipH="1">
            <a:off x="4087749" y="4418889"/>
            <a:ext cx="20443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5A49EA84-6C74-5C47-7AB6-26FDCAE30EB1}"/>
              </a:ext>
            </a:extLst>
          </p:cNvPr>
          <p:cNvCxnSpPr>
            <a:cxnSpLocks/>
          </p:cNvCxnSpPr>
          <p:nvPr/>
        </p:nvCxnSpPr>
        <p:spPr>
          <a:xfrm flipH="1">
            <a:off x="4087749" y="4852903"/>
            <a:ext cx="2109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B36A820E-7D21-CB09-87D4-5284EEF78B79}"/>
              </a:ext>
            </a:extLst>
          </p:cNvPr>
          <p:cNvCxnSpPr>
            <a:cxnSpLocks/>
          </p:cNvCxnSpPr>
          <p:nvPr/>
        </p:nvCxnSpPr>
        <p:spPr>
          <a:xfrm flipH="1">
            <a:off x="4087749" y="5059951"/>
            <a:ext cx="2109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1B442FFF-ECA4-44AF-8314-AD5831799A39}"/>
              </a:ext>
            </a:extLst>
          </p:cNvPr>
          <p:cNvSpPr/>
          <p:nvPr/>
        </p:nvSpPr>
        <p:spPr>
          <a:xfrm>
            <a:off x="4558230" y="3537353"/>
            <a:ext cx="1069538" cy="1768298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82A454A6-743A-DC14-7C97-A27024C8F45F}"/>
              </a:ext>
            </a:extLst>
          </p:cNvPr>
          <p:cNvCxnSpPr>
            <a:cxnSpLocks/>
          </p:cNvCxnSpPr>
          <p:nvPr/>
        </p:nvCxnSpPr>
        <p:spPr>
          <a:xfrm flipH="1">
            <a:off x="8237370" y="4393052"/>
            <a:ext cx="2564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40850110-0684-46EE-5BB7-1DDD9B676A79}"/>
              </a:ext>
            </a:extLst>
          </p:cNvPr>
          <p:cNvCxnSpPr>
            <a:cxnSpLocks/>
          </p:cNvCxnSpPr>
          <p:nvPr/>
        </p:nvCxnSpPr>
        <p:spPr>
          <a:xfrm flipH="1">
            <a:off x="8228522" y="4827066"/>
            <a:ext cx="216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48C944D-3650-8CEA-7B13-735AB4EFA5FB}"/>
              </a:ext>
            </a:extLst>
          </p:cNvPr>
          <p:cNvCxnSpPr>
            <a:cxnSpLocks/>
            <a:stCxn id="195" idx="1"/>
          </p:cNvCxnSpPr>
          <p:nvPr/>
        </p:nvCxnSpPr>
        <p:spPr>
          <a:xfrm flipH="1" flipV="1">
            <a:off x="8228522" y="5034114"/>
            <a:ext cx="2161596" cy="23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3D6086E4-D166-2933-8462-B92BFBC17357}"/>
              </a:ext>
            </a:extLst>
          </p:cNvPr>
          <p:cNvSpPr/>
          <p:nvPr/>
        </p:nvSpPr>
        <p:spPr>
          <a:xfrm>
            <a:off x="8757092" y="3543296"/>
            <a:ext cx="1194171" cy="2097942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6822F1ED-8016-3E38-C0EE-7B4B4BE9AF27}"/>
              </a:ext>
            </a:extLst>
          </p:cNvPr>
          <p:cNvCxnSpPr>
            <a:cxnSpLocks/>
          </p:cNvCxnSpPr>
          <p:nvPr/>
        </p:nvCxnSpPr>
        <p:spPr>
          <a:xfrm>
            <a:off x="8252785" y="1680002"/>
            <a:ext cx="21040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EDCBF50C-2A1E-8644-BF80-0433CDB2FC86}"/>
              </a:ext>
            </a:extLst>
          </p:cNvPr>
          <p:cNvSpPr/>
          <p:nvPr/>
        </p:nvSpPr>
        <p:spPr>
          <a:xfrm>
            <a:off x="1902495" y="3543297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E195509C-1382-3C11-9AA5-9E40647A16A5}"/>
              </a:ext>
            </a:extLst>
          </p:cNvPr>
          <p:cNvSpPr/>
          <p:nvPr/>
        </p:nvSpPr>
        <p:spPr>
          <a:xfrm>
            <a:off x="1531966" y="3920089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AC0DE694-3013-D1C7-9AD9-83A71A8DFE82}"/>
              </a:ext>
            </a:extLst>
          </p:cNvPr>
          <p:cNvSpPr txBox="1"/>
          <p:nvPr/>
        </p:nvSpPr>
        <p:spPr>
          <a:xfrm rot="18899713" flipV="1">
            <a:off x="3590800" y="341469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700" dirty="0"/>
              <a:t>...</a:t>
            </a: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EA1AE5A6-40E0-7508-FD28-209258EBCA62}"/>
              </a:ext>
            </a:extLst>
          </p:cNvPr>
          <p:cNvSpPr/>
          <p:nvPr/>
        </p:nvSpPr>
        <p:spPr>
          <a:xfrm>
            <a:off x="10904991" y="3543297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147441EB-CC5E-F846-AD6B-D5C5AAA4BBC6}"/>
              </a:ext>
            </a:extLst>
          </p:cNvPr>
          <p:cNvSpPr/>
          <p:nvPr/>
        </p:nvSpPr>
        <p:spPr>
          <a:xfrm>
            <a:off x="10534462" y="3920089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107AA90-D845-12C7-BF72-9607C31FD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72" y="1168005"/>
            <a:ext cx="994954" cy="994954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F9C5C824-721D-0070-6CB9-EED8ADC600E5}"/>
              </a:ext>
            </a:extLst>
          </p:cNvPr>
          <p:cNvSpPr txBox="1"/>
          <p:nvPr/>
        </p:nvSpPr>
        <p:spPr>
          <a:xfrm>
            <a:off x="120110" y="2165646"/>
            <a:ext cx="1503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08FF9F37-C81A-580A-326B-B28F607E9455}"/>
              </a:ext>
            </a:extLst>
          </p:cNvPr>
          <p:cNvSpPr/>
          <p:nvPr/>
        </p:nvSpPr>
        <p:spPr>
          <a:xfrm>
            <a:off x="1885366" y="98604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2E0A33B-6551-F43C-8B14-656FD90B6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41" y="1269453"/>
            <a:ext cx="1463040" cy="1463040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1F5CC080-DCFF-A3D3-D146-130079C143CD}"/>
              </a:ext>
            </a:extLst>
          </p:cNvPr>
          <p:cNvSpPr txBox="1"/>
          <p:nvPr/>
        </p:nvSpPr>
        <p:spPr>
          <a:xfrm>
            <a:off x="113074" y="-100370"/>
            <a:ext cx="3978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Unconstrained ML model training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75FA6C1D-E2CC-8F08-562D-5A008CFA57EA}"/>
              </a:ext>
            </a:extLst>
          </p:cNvPr>
          <p:cNvSpPr/>
          <p:nvPr/>
        </p:nvSpPr>
        <p:spPr>
          <a:xfrm>
            <a:off x="3417848" y="107806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47B942D-2654-FDA4-DB31-5550CD5615FC}"/>
              </a:ext>
            </a:extLst>
          </p:cNvPr>
          <p:cNvSpPr txBox="1"/>
          <p:nvPr/>
        </p:nvSpPr>
        <p:spPr>
          <a:xfrm>
            <a:off x="4289512" y="2205333"/>
            <a:ext cx="1629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Monolithic ML model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B7260A9A-71A6-524E-34F9-355139CF145E}"/>
              </a:ext>
            </a:extLst>
          </p:cNvPr>
          <p:cNvSpPr/>
          <p:nvPr/>
        </p:nvSpPr>
        <p:spPr>
          <a:xfrm>
            <a:off x="6137742" y="98604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CE104753-04EC-15A8-DFB2-4C9E4F77B704}"/>
              </a:ext>
            </a:extLst>
          </p:cNvPr>
          <p:cNvSpPr/>
          <p:nvPr/>
        </p:nvSpPr>
        <p:spPr>
          <a:xfrm>
            <a:off x="7670224" y="107806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88" name="Picture 187" descr="A magnifying glass with a pulse&#10;&#10;Description automatically generated">
            <a:extLst>
              <a:ext uri="{FF2B5EF4-FFF2-40B4-BE49-F238E27FC236}">
                <a16:creationId xmlns:a16="http://schemas.microsoft.com/office/drawing/2014/main" id="{6B27C816-9946-530B-ADA1-B5F5B71C85FE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33" b="96418" l="5467" r="95067">
                        <a14:foregroundMark x1="55867" y1="7463" x2="55867" y2="7463"/>
                        <a14:foregroundMark x1="18800" y1="38209" x2="18800" y2="38209"/>
                        <a14:foregroundMark x1="91467" y1="90896" x2="91467" y2="90896"/>
                        <a14:foregroundMark x1="92533" y1="92090" x2="92533" y2="92090"/>
                        <a14:foregroundMark x1="90667" y1="96418" x2="90667" y2="96418"/>
                        <a14:foregroundMark x1="43600" y1="3731" x2="43600" y2="3731"/>
                        <a14:foregroundMark x1="5467" y1="39104" x2="5467" y2="39104"/>
                        <a14:foregroundMark x1="95067" y1="90896" x2="95067" y2="908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4059" y="1285981"/>
            <a:ext cx="1535373" cy="1371600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B0D89FBC-122E-08B5-8385-84341DCE8753}"/>
              </a:ext>
            </a:extLst>
          </p:cNvPr>
          <p:cNvSpPr txBox="1"/>
          <p:nvPr/>
        </p:nvSpPr>
        <p:spPr>
          <a:xfrm>
            <a:off x="5504540" y="-102500"/>
            <a:ext cx="3337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Feature importance extraction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5C4AB9EC-81C2-EC40-74F6-579F651243CE}"/>
              </a:ext>
            </a:extLst>
          </p:cNvPr>
          <p:cNvSpPr txBox="1"/>
          <p:nvPr/>
        </p:nvSpPr>
        <p:spPr>
          <a:xfrm>
            <a:off x="8299986" y="2202109"/>
            <a:ext cx="20201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Importance and accuracy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DD4EEE64-58D2-FA50-2809-053A4F31B036}"/>
              </a:ext>
            </a:extLst>
          </p:cNvPr>
          <p:cNvSpPr/>
          <p:nvPr/>
        </p:nvSpPr>
        <p:spPr>
          <a:xfrm>
            <a:off x="10390118" y="98604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A010EAA1-B1D3-F49C-FAF6-F029F2CF0F7D}"/>
              </a:ext>
            </a:extLst>
          </p:cNvPr>
          <p:cNvSpPr/>
          <p:nvPr/>
        </p:nvSpPr>
        <p:spPr>
          <a:xfrm>
            <a:off x="11940681" y="107806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C2970E8F-777E-DD08-C501-E2A67301BC29}"/>
              </a:ext>
            </a:extLst>
          </p:cNvPr>
          <p:cNvSpPr txBox="1"/>
          <p:nvPr/>
        </p:nvSpPr>
        <p:spPr>
          <a:xfrm>
            <a:off x="10389637" y="-100850"/>
            <a:ext cx="2020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model partitioning</a:t>
            </a: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F211A5F4-3449-E1DA-7AE2-9512504AB0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flipV="1">
            <a:off x="10621578" y="1325933"/>
            <a:ext cx="1326746" cy="1309737"/>
          </a:xfrm>
          <a:prstGeom prst="rect">
            <a:avLst/>
          </a:prstGeom>
        </p:spPr>
      </p:pic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C96D3859-56D4-C195-5E31-09FAFE08BE8D}"/>
              </a:ext>
            </a:extLst>
          </p:cNvPr>
          <p:cNvSpPr/>
          <p:nvPr/>
        </p:nvSpPr>
        <p:spPr>
          <a:xfrm>
            <a:off x="10390118" y="4084558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B4AE3510-FFE5-E6E4-9A02-E4BBC62A80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493" y="4367971"/>
            <a:ext cx="1463040" cy="1463040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10E10993-F3F7-057B-B750-C4F90440F32B}"/>
              </a:ext>
            </a:extLst>
          </p:cNvPr>
          <p:cNvSpPr txBox="1"/>
          <p:nvPr/>
        </p:nvSpPr>
        <p:spPr>
          <a:xfrm>
            <a:off x="8783937" y="6136648"/>
            <a:ext cx="4374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Hardware-compliant</a:t>
            </a:r>
          </a:p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sub-models training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8446A579-B071-26E5-4CE2-0E673B6B33D6}"/>
              </a:ext>
            </a:extLst>
          </p:cNvPr>
          <p:cNvSpPr/>
          <p:nvPr/>
        </p:nvSpPr>
        <p:spPr>
          <a:xfrm>
            <a:off x="11925181" y="41765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8259013A-3818-F2BF-3FDD-599A426706C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1063" y="3610772"/>
            <a:ext cx="777240" cy="77724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524E2E23-4B7F-6BEE-2729-CF24AED2CF9F}"/>
              </a:ext>
            </a:extLst>
          </p:cNvPr>
          <p:cNvSpPr txBox="1"/>
          <p:nvPr/>
        </p:nvSpPr>
        <p:spPr>
          <a:xfrm rot="5400000">
            <a:off x="9158613" y="4037007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409A01EB-FFCA-96E2-36DC-6114070468BF}"/>
              </a:ext>
            </a:extLst>
          </p:cNvPr>
          <p:cNvSpPr txBox="1"/>
          <p:nvPr/>
        </p:nvSpPr>
        <p:spPr>
          <a:xfrm>
            <a:off x="8195023" y="5681647"/>
            <a:ext cx="2308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ML sub-models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4362C611-C190-74EE-C628-30EB8A07AEA7}"/>
              </a:ext>
            </a:extLst>
          </p:cNvPr>
          <p:cNvSpPr/>
          <p:nvPr/>
        </p:nvSpPr>
        <p:spPr>
          <a:xfrm>
            <a:off x="6136256" y="4084556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094B023D-69BC-6127-00AA-46350D508BC2}"/>
              </a:ext>
            </a:extLst>
          </p:cNvPr>
          <p:cNvSpPr/>
          <p:nvPr/>
        </p:nvSpPr>
        <p:spPr>
          <a:xfrm>
            <a:off x="7667801" y="4176529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5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B28FEF7-112C-D7AC-8470-EB2980B477EB}"/>
              </a:ext>
            </a:extLst>
          </p:cNvPr>
          <p:cNvSpPr txBox="1"/>
          <p:nvPr/>
        </p:nvSpPr>
        <p:spPr>
          <a:xfrm>
            <a:off x="5655828" y="6136648"/>
            <a:ext cx="2581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sequencing</a:t>
            </a:r>
          </a:p>
        </p:txBody>
      </p:sp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E6B25A9-A825-1D9C-2F2B-FD7BAA4C1B0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60497" y="4544838"/>
            <a:ext cx="1248622" cy="1248622"/>
          </a:xfrm>
          <a:prstGeom prst="rect">
            <a:avLst/>
          </a:prstGeom>
        </p:spPr>
      </p:pic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8E42043A-20A9-85E3-8590-20D68FE319D7}"/>
              </a:ext>
            </a:extLst>
          </p:cNvPr>
          <p:cNvSpPr/>
          <p:nvPr/>
        </p:nvSpPr>
        <p:spPr>
          <a:xfrm>
            <a:off x="1379618" y="4050452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DF88545A-DEB3-CBFE-0E38-9DBF7051997A}"/>
              </a:ext>
            </a:extLst>
          </p:cNvPr>
          <p:cNvSpPr/>
          <p:nvPr/>
        </p:nvSpPr>
        <p:spPr>
          <a:xfrm>
            <a:off x="2912100" y="414247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6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208" name="Picture 207" descr="A yellow and black symbol&#10;&#10;Description automatically generated">
            <a:extLst>
              <a:ext uri="{FF2B5EF4-FFF2-40B4-BE49-F238E27FC236}">
                <a16:creationId xmlns:a16="http://schemas.microsoft.com/office/drawing/2014/main" id="{B1D15FDF-8944-38F4-8A65-CAF6AC721B0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8310" y="4490705"/>
            <a:ext cx="1159184" cy="1150533"/>
          </a:xfrm>
          <a:prstGeom prst="rect">
            <a:avLst/>
          </a:prstGeom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9C58FA25-9ADC-84B4-F818-56B3054928E2}"/>
              </a:ext>
            </a:extLst>
          </p:cNvPr>
          <p:cNvSpPr txBox="1"/>
          <p:nvPr/>
        </p:nvSpPr>
        <p:spPr>
          <a:xfrm>
            <a:off x="1311854" y="6179119"/>
            <a:ext cx="2581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P4 build</a:t>
            </a:r>
          </a:p>
        </p:txBody>
      </p:sp>
      <p:pic>
        <p:nvPicPr>
          <p:cNvPr id="210" name="Picture 209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202CCAE4-2CA6-A904-D45D-A0BE69F9011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49" y="3164878"/>
            <a:ext cx="956351" cy="965237"/>
          </a:xfrm>
          <a:prstGeom prst="rect">
            <a:avLst/>
          </a:prstGeom>
        </p:spPr>
      </p:pic>
      <p:pic>
        <p:nvPicPr>
          <p:cNvPr id="211" name="Picture 210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E38C5D1D-6ED9-992C-3FA1-085D843632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49" y="4414188"/>
            <a:ext cx="956351" cy="965237"/>
          </a:xfrm>
          <a:prstGeom prst="rect">
            <a:avLst/>
          </a:prstGeom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38A63A47-B08C-E50E-6AE1-9D4E28019569}"/>
              </a:ext>
            </a:extLst>
          </p:cNvPr>
          <p:cNvSpPr txBox="1"/>
          <p:nvPr/>
        </p:nvSpPr>
        <p:spPr>
          <a:xfrm rot="18899713" flipV="1">
            <a:off x="12600909" y="3436523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700" dirty="0"/>
              <a:t>...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A6244E2A-E512-05ED-5717-996ACE951889}"/>
              </a:ext>
            </a:extLst>
          </p:cNvPr>
          <p:cNvSpPr txBox="1"/>
          <p:nvPr/>
        </p:nvSpPr>
        <p:spPr>
          <a:xfrm>
            <a:off x="-10298" y="5278387"/>
            <a:ext cx="1490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 plane</a:t>
            </a:r>
          </a:p>
        </p:txBody>
      </p:sp>
      <p:pic>
        <p:nvPicPr>
          <p:cNvPr id="214" name="Picture 2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0FFBECF-C3DD-77A0-5449-BBE733BFE4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1063" y="4806668"/>
            <a:ext cx="777240" cy="777240"/>
          </a:xfrm>
          <a:prstGeom prst="rect">
            <a:avLst/>
          </a:prstGeom>
        </p:spPr>
      </p:pic>
      <p:pic>
        <p:nvPicPr>
          <p:cNvPr id="215" name="Picture 2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388D29B7-597B-75D4-3EAD-793B07CE46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300" y="3674513"/>
            <a:ext cx="594360" cy="594360"/>
          </a:xfrm>
          <a:prstGeom prst="rect">
            <a:avLst/>
          </a:prstGeom>
        </p:spPr>
      </p:pic>
      <p:sp>
        <p:nvSpPr>
          <p:cNvPr id="216" name="TextBox 215">
            <a:extLst>
              <a:ext uri="{FF2B5EF4-FFF2-40B4-BE49-F238E27FC236}">
                <a16:creationId xmlns:a16="http://schemas.microsoft.com/office/drawing/2014/main" id="{1DE3E492-36B0-726D-B485-92028AAFC655}"/>
              </a:ext>
            </a:extLst>
          </p:cNvPr>
          <p:cNvSpPr txBox="1"/>
          <p:nvPr/>
        </p:nvSpPr>
        <p:spPr>
          <a:xfrm rot="5400000">
            <a:off x="5077277" y="3915482"/>
            <a:ext cx="612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CF3580ED-8637-C7C5-52F0-0B6F8B95D437}"/>
              </a:ext>
            </a:extLst>
          </p:cNvPr>
          <p:cNvSpPr txBox="1"/>
          <p:nvPr/>
        </p:nvSpPr>
        <p:spPr>
          <a:xfrm>
            <a:off x="3970100" y="5305651"/>
            <a:ext cx="2082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Ordered ML sub-models</a:t>
            </a:r>
          </a:p>
        </p:txBody>
      </p:sp>
      <p:pic>
        <p:nvPicPr>
          <p:cNvPr id="218" name="Picture 2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5CE42CE-A1D0-88DE-31B8-1F70DAC5F1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297" y="4677092"/>
            <a:ext cx="594360" cy="594360"/>
          </a:xfrm>
          <a:prstGeom prst="rect">
            <a:avLst/>
          </a:prstGeom>
        </p:spPr>
      </p:pic>
      <p:sp>
        <p:nvSpPr>
          <p:cNvPr id="219" name="Oval 218">
            <a:extLst>
              <a:ext uri="{FF2B5EF4-FFF2-40B4-BE49-F238E27FC236}">
                <a16:creationId xmlns:a16="http://schemas.microsoft.com/office/drawing/2014/main" id="{C2C8DD5B-8EA7-20CD-03F6-B9D5DA6B8920}"/>
              </a:ext>
            </a:extLst>
          </p:cNvPr>
          <p:cNvSpPr>
            <a:spLocks noChangeAspect="1"/>
          </p:cNvSpPr>
          <p:nvPr/>
        </p:nvSpPr>
        <p:spPr>
          <a:xfrm>
            <a:off x="4691226" y="3611525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266B94B5-395E-78C9-ACB4-3C42B8DFAF43}"/>
              </a:ext>
            </a:extLst>
          </p:cNvPr>
          <p:cNvSpPr>
            <a:spLocks noChangeAspect="1"/>
          </p:cNvSpPr>
          <p:nvPr/>
        </p:nvSpPr>
        <p:spPr>
          <a:xfrm>
            <a:off x="4660746" y="4623554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200"/>
              </a:spcAft>
            </a:pPr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3CCCB9A-A44E-57C5-0938-F628AFA17D53}"/>
              </a:ext>
            </a:extLst>
          </p:cNvPr>
          <p:cNvSpPr txBox="1"/>
          <p:nvPr/>
        </p:nvSpPr>
        <p:spPr>
          <a:xfrm rot="5400000">
            <a:off x="449539" y="3724006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88163B2F-C12C-C22F-6600-DBE1C5BE1848}"/>
              </a:ext>
            </a:extLst>
          </p:cNvPr>
          <p:cNvCxnSpPr>
            <a:cxnSpLocks/>
          </p:cNvCxnSpPr>
          <p:nvPr/>
        </p:nvCxnSpPr>
        <p:spPr>
          <a:xfrm>
            <a:off x="1310137" y="1680729"/>
            <a:ext cx="5752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490390F9-47AD-CD26-ECD3-5A048E7A817F}"/>
              </a:ext>
            </a:extLst>
          </p:cNvPr>
          <p:cNvCxnSpPr>
            <a:cxnSpLocks/>
          </p:cNvCxnSpPr>
          <p:nvPr/>
        </p:nvCxnSpPr>
        <p:spPr>
          <a:xfrm>
            <a:off x="3977633" y="1680729"/>
            <a:ext cx="21544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B78CCF0F-5A03-DB20-06EB-34C496589AA2}"/>
              </a:ext>
            </a:extLst>
          </p:cNvPr>
          <p:cNvSpPr/>
          <p:nvPr/>
        </p:nvSpPr>
        <p:spPr>
          <a:xfrm>
            <a:off x="4556701" y="1031104"/>
            <a:ext cx="1094961" cy="1071973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5" name="Picture 2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C76F3F-05F5-A989-41E8-6127E92ED6C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1017" y="1111168"/>
            <a:ext cx="946331" cy="946331"/>
          </a:xfrm>
          <a:prstGeom prst="rect">
            <a:avLst/>
          </a:prstGeom>
        </p:spPr>
      </p:pic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225A5EE5-0585-910E-1570-7F176F3299F2}"/>
              </a:ext>
            </a:extLst>
          </p:cNvPr>
          <p:cNvSpPr/>
          <p:nvPr/>
        </p:nvSpPr>
        <p:spPr>
          <a:xfrm>
            <a:off x="8753044" y="1031969"/>
            <a:ext cx="1194171" cy="1071973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BE976080-84F1-E351-887E-4CA3B20AC728}"/>
              </a:ext>
            </a:extLst>
          </p:cNvPr>
          <p:cNvCxnSpPr>
            <a:cxnSpLocks/>
          </p:cNvCxnSpPr>
          <p:nvPr/>
        </p:nvCxnSpPr>
        <p:spPr>
          <a:xfrm>
            <a:off x="11974096" y="2945935"/>
            <a:ext cx="0" cy="53781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21D29E6-BF65-4CB4-3FE6-4F34DD66DBCA}"/>
              </a:ext>
            </a:extLst>
          </p:cNvPr>
          <p:cNvCxnSpPr>
            <a:cxnSpLocks/>
          </p:cNvCxnSpPr>
          <p:nvPr/>
        </p:nvCxnSpPr>
        <p:spPr>
          <a:xfrm>
            <a:off x="11572924" y="2945935"/>
            <a:ext cx="0" cy="89419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5B9EE360-294A-DEA8-BC34-E9912E737137}"/>
              </a:ext>
            </a:extLst>
          </p:cNvPr>
          <p:cNvCxnSpPr>
            <a:cxnSpLocks/>
          </p:cNvCxnSpPr>
          <p:nvPr/>
        </p:nvCxnSpPr>
        <p:spPr>
          <a:xfrm>
            <a:off x="11399503" y="2945935"/>
            <a:ext cx="0" cy="114658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5FDEF548-3A62-B0F9-4BA9-DEAE5634215F}"/>
              </a:ext>
            </a:extLst>
          </p:cNvPr>
          <p:cNvCxnSpPr/>
          <p:nvPr/>
        </p:nvCxnSpPr>
        <p:spPr>
          <a:xfrm>
            <a:off x="2965703" y="840769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FAE7FE44-222B-9E3A-0EA7-0B32E95CC28B}"/>
              </a:ext>
            </a:extLst>
          </p:cNvPr>
          <p:cNvCxnSpPr/>
          <p:nvPr/>
        </p:nvCxnSpPr>
        <p:spPr>
          <a:xfrm>
            <a:off x="7194156" y="825271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8C2FBE50-A39E-DF5F-F97A-6B769B635EAE}"/>
              </a:ext>
            </a:extLst>
          </p:cNvPr>
          <p:cNvCxnSpPr/>
          <p:nvPr/>
        </p:nvCxnSpPr>
        <p:spPr>
          <a:xfrm>
            <a:off x="11399503" y="825271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B6B7F37A-F292-097E-A5A1-57A8CE8D3CB4}"/>
              </a:ext>
            </a:extLst>
          </p:cNvPr>
          <p:cNvCxnSpPr/>
          <p:nvPr/>
        </p:nvCxnSpPr>
        <p:spPr>
          <a:xfrm>
            <a:off x="11414219" y="5756920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226604DE-A1E0-1BF8-7764-7E855424D2B7}"/>
              </a:ext>
            </a:extLst>
          </p:cNvPr>
          <p:cNvCxnSpPr/>
          <p:nvPr/>
        </p:nvCxnSpPr>
        <p:spPr>
          <a:xfrm>
            <a:off x="7173388" y="5756314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C8FA9F9F-90F5-C9B1-C616-009CFDF9491D}"/>
              </a:ext>
            </a:extLst>
          </p:cNvPr>
          <p:cNvCxnSpPr/>
          <p:nvPr/>
        </p:nvCxnSpPr>
        <p:spPr>
          <a:xfrm>
            <a:off x="2425751" y="5725732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BEBB436F-DAA9-623D-3A99-ED8E7E827EFC}"/>
              </a:ext>
            </a:extLst>
          </p:cNvPr>
          <p:cNvGrpSpPr/>
          <p:nvPr/>
        </p:nvGrpSpPr>
        <p:grpSpPr>
          <a:xfrm>
            <a:off x="8490751" y="1251065"/>
            <a:ext cx="1628298" cy="711569"/>
            <a:chOff x="8490751" y="1077644"/>
            <a:chExt cx="1628298" cy="711569"/>
          </a:xfrm>
        </p:grpSpPr>
        <p:sp>
          <p:nvSpPr>
            <p:cNvPr id="227" name="TextBox 226">
              <a:extLst>
                <a:ext uri="{FF2B5EF4-FFF2-40B4-BE49-F238E27FC236}">
                  <a16:creationId xmlns:a16="http://schemas.microsoft.com/office/drawing/2014/main" id="{CAF3C89C-3797-0A8C-AC35-A7C58AEC7CAA}"/>
                </a:ext>
              </a:extLst>
            </p:cNvPr>
            <p:cNvSpPr txBox="1"/>
            <p:nvPr/>
          </p:nvSpPr>
          <p:spPr>
            <a:xfrm>
              <a:off x="8490751" y="1081327"/>
              <a:ext cx="11941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W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239ECF6C-1B77-7A7C-F9B1-6096D6A5CED3}"/>
                </a:ext>
              </a:extLst>
            </p:cNvPr>
            <p:cNvSpPr txBox="1"/>
            <p:nvPr/>
          </p:nvSpPr>
          <p:spPr>
            <a:xfrm>
              <a:off x="8924878" y="1077644"/>
              <a:ext cx="119417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,</a:t>
              </a:r>
              <a:r>
                <a:rPr lang="en-US" sz="1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 </a:t>
              </a:r>
              <a:r>
                <a:rPr lang="en-US" sz="4000" b="1" i="1" dirty="0">
                  <a:latin typeface="CMU Serif" panose="02000603000000000000" pitchFamily="2" charset="0"/>
                  <a:ea typeface="CMU Serif" panose="02000603000000000000" pitchFamily="2" charset="0"/>
                  <a:cs typeface="CMU Serif" panose="02000603000000000000" pitchFamily="2" charset="0"/>
                </a:rPr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6326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A78946B9-4F92-7588-764B-3638426C79B9}"/>
              </a:ext>
            </a:extLst>
          </p:cNvPr>
          <p:cNvCxnSpPr>
            <a:cxnSpLocks/>
          </p:cNvCxnSpPr>
          <p:nvPr/>
        </p:nvCxnSpPr>
        <p:spPr>
          <a:xfrm flipH="1">
            <a:off x="1077664" y="3778988"/>
            <a:ext cx="80770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C6684823-5FCD-5985-25D0-AB527E9AD601}"/>
              </a:ext>
            </a:extLst>
          </p:cNvPr>
          <p:cNvCxnSpPr>
            <a:cxnSpLocks/>
          </p:cNvCxnSpPr>
          <p:nvPr/>
        </p:nvCxnSpPr>
        <p:spPr>
          <a:xfrm flipH="1">
            <a:off x="1077664" y="5118113"/>
            <a:ext cx="30195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5ABD0C9-BE6E-EB24-21FC-5341F679CB05}"/>
              </a:ext>
            </a:extLst>
          </p:cNvPr>
          <p:cNvCxnSpPr>
            <a:cxnSpLocks/>
          </p:cNvCxnSpPr>
          <p:nvPr/>
        </p:nvCxnSpPr>
        <p:spPr>
          <a:xfrm flipH="1">
            <a:off x="4087749" y="4418889"/>
            <a:ext cx="204434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>
            <a:extLst>
              <a:ext uri="{FF2B5EF4-FFF2-40B4-BE49-F238E27FC236}">
                <a16:creationId xmlns:a16="http://schemas.microsoft.com/office/drawing/2014/main" id="{301AD003-890A-EEB8-82A6-133527B88071}"/>
              </a:ext>
            </a:extLst>
          </p:cNvPr>
          <p:cNvCxnSpPr>
            <a:cxnSpLocks/>
          </p:cNvCxnSpPr>
          <p:nvPr/>
        </p:nvCxnSpPr>
        <p:spPr>
          <a:xfrm flipH="1">
            <a:off x="4087749" y="4852903"/>
            <a:ext cx="2109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98578E13-0928-57C4-93DB-DCC8F8303DCB}"/>
              </a:ext>
            </a:extLst>
          </p:cNvPr>
          <p:cNvCxnSpPr>
            <a:cxnSpLocks/>
          </p:cNvCxnSpPr>
          <p:nvPr/>
        </p:nvCxnSpPr>
        <p:spPr>
          <a:xfrm flipH="1">
            <a:off x="4087749" y="5059951"/>
            <a:ext cx="210934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ounded Rectangle 167">
            <a:extLst>
              <a:ext uri="{FF2B5EF4-FFF2-40B4-BE49-F238E27FC236}">
                <a16:creationId xmlns:a16="http://schemas.microsoft.com/office/drawing/2014/main" id="{41EFBDFF-7C95-9586-27B5-3CB86341BAAE}"/>
              </a:ext>
            </a:extLst>
          </p:cNvPr>
          <p:cNvSpPr/>
          <p:nvPr/>
        </p:nvSpPr>
        <p:spPr>
          <a:xfrm>
            <a:off x="4558230" y="3537353"/>
            <a:ext cx="1069538" cy="1768298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73513112-14ED-587C-09A5-891717E0ED86}"/>
              </a:ext>
            </a:extLst>
          </p:cNvPr>
          <p:cNvCxnSpPr>
            <a:cxnSpLocks/>
          </p:cNvCxnSpPr>
          <p:nvPr/>
        </p:nvCxnSpPr>
        <p:spPr>
          <a:xfrm flipH="1">
            <a:off x="8237370" y="4393052"/>
            <a:ext cx="25641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F318E4D1-BCAD-42E5-8D0A-698A65421739}"/>
              </a:ext>
            </a:extLst>
          </p:cNvPr>
          <p:cNvCxnSpPr>
            <a:cxnSpLocks/>
          </p:cNvCxnSpPr>
          <p:nvPr/>
        </p:nvCxnSpPr>
        <p:spPr>
          <a:xfrm flipH="1">
            <a:off x="8228522" y="4827066"/>
            <a:ext cx="21611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14441205-1FC6-2C18-E4C6-3F334E504D11}"/>
              </a:ext>
            </a:extLst>
          </p:cNvPr>
          <p:cNvCxnSpPr>
            <a:cxnSpLocks/>
            <a:stCxn id="195" idx="1"/>
          </p:cNvCxnSpPr>
          <p:nvPr/>
        </p:nvCxnSpPr>
        <p:spPr>
          <a:xfrm flipH="1" flipV="1">
            <a:off x="8228522" y="5034114"/>
            <a:ext cx="2161596" cy="23482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le 171">
            <a:extLst>
              <a:ext uri="{FF2B5EF4-FFF2-40B4-BE49-F238E27FC236}">
                <a16:creationId xmlns:a16="http://schemas.microsoft.com/office/drawing/2014/main" id="{98C4DD11-C957-F63C-E117-8A6D6E658EEC}"/>
              </a:ext>
            </a:extLst>
          </p:cNvPr>
          <p:cNvSpPr/>
          <p:nvPr/>
        </p:nvSpPr>
        <p:spPr>
          <a:xfrm>
            <a:off x="8757092" y="3543296"/>
            <a:ext cx="1194171" cy="2097942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73" name="Straight Arrow Connector 172">
            <a:extLst>
              <a:ext uri="{FF2B5EF4-FFF2-40B4-BE49-F238E27FC236}">
                <a16:creationId xmlns:a16="http://schemas.microsoft.com/office/drawing/2014/main" id="{515824FA-8789-F3F7-DF96-8739F9836C7B}"/>
              </a:ext>
            </a:extLst>
          </p:cNvPr>
          <p:cNvCxnSpPr>
            <a:cxnSpLocks/>
          </p:cNvCxnSpPr>
          <p:nvPr/>
        </p:nvCxnSpPr>
        <p:spPr>
          <a:xfrm>
            <a:off x="8252785" y="1680002"/>
            <a:ext cx="210406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ounded Rectangle 173">
            <a:extLst>
              <a:ext uri="{FF2B5EF4-FFF2-40B4-BE49-F238E27FC236}">
                <a16:creationId xmlns:a16="http://schemas.microsoft.com/office/drawing/2014/main" id="{AD6EBC47-983E-0584-0F4C-669619C448E8}"/>
              </a:ext>
            </a:extLst>
          </p:cNvPr>
          <p:cNvSpPr/>
          <p:nvPr/>
        </p:nvSpPr>
        <p:spPr>
          <a:xfrm>
            <a:off x="1902495" y="3543297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5" name="Rounded Rectangle 174">
            <a:extLst>
              <a:ext uri="{FF2B5EF4-FFF2-40B4-BE49-F238E27FC236}">
                <a16:creationId xmlns:a16="http://schemas.microsoft.com/office/drawing/2014/main" id="{8A7E8CA3-8C00-B495-F4F3-D6042FC32A9A}"/>
              </a:ext>
            </a:extLst>
          </p:cNvPr>
          <p:cNvSpPr/>
          <p:nvPr/>
        </p:nvSpPr>
        <p:spPr>
          <a:xfrm>
            <a:off x="1531966" y="3920089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2C442FC-3681-9B6A-0534-57789C1913A3}"/>
              </a:ext>
            </a:extLst>
          </p:cNvPr>
          <p:cNvSpPr txBox="1"/>
          <p:nvPr/>
        </p:nvSpPr>
        <p:spPr>
          <a:xfrm rot="18899713" flipV="1">
            <a:off x="3590800" y="3414690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700" dirty="0"/>
              <a:t>...</a:t>
            </a:r>
          </a:p>
        </p:txBody>
      </p:sp>
      <p:sp>
        <p:nvSpPr>
          <p:cNvPr id="177" name="Rounded Rectangle 176">
            <a:extLst>
              <a:ext uri="{FF2B5EF4-FFF2-40B4-BE49-F238E27FC236}">
                <a16:creationId xmlns:a16="http://schemas.microsoft.com/office/drawing/2014/main" id="{CCAA3972-E940-DD74-FC44-1E1E2200F825}"/>
              </a:ext>
            </a:extLst>
          </p:cNvPr>
          <p:cNvSpPr/>
          <p:nvPr/>
        </p:nvSpPr>
        <p:spPr>
          <a:xfrm>
            <a:off x="10904991" y="3543297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8" name="Rounded Rectangle 177">
            <a:extLst>
              <a:ext uri="{FF2B5EF4-FFF2-40B4-BE49-F238E27FC236}">
                <a16:creationId xmlns:a16="http://schemas.microsoft.com/office/drawing/2014/main" id="{559BE0D4-58AE-E95E-B1A6-346C5BFC794D}"/>
              </a:ext>
            </a:extLst>
          </p:cNvPr>
          <p:cNvSpPr/>
          <p:nvPr/>
        </p:nvSpPr>
        <p:spPr>
          <a:xfrm>
            <a:off x="10534462" y="3920089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FE0A0"/>
          </a:solidFill>
          <a:ln w="76200">
            <a:solidFill>
              <a:srgbClr val="F4B94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9" name="Picture 17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CF166FD9-6944-E0E9-552F-B2944D49BD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72" y="1168005"/>
            <a:ext cx="994954" cy="994954"/>
          </a:xfrm>
          <a:prstGeom prst="rect">
            <a:avLst/>
          </a:prstGeom>
        </p:spPr>
      </p:pic>
      <p:sp>
        <p:nvSpPr>
          <p:cNvPr id="180" name="TextBox 179">
            <a:extLst>
              <a:ext uri="{FF2B5EF4-FFF2-40B4-BE49-F238E27FC236}">
                <a16:creationId xmlns:a16="http://schemas.microsoft.com/office/drawing/2014/main" id="{838BC1CA-8B66-DA3D-71F6-7B8528891D52}"/>
              </a:ext>
            </a:extLst>
          </p:cNvPr>
          <p:cNvSpPr txBox="1"/>
          <p:nvPr/>
        </p:nvSpPr>
        <p:spPr>
          <a:xfrm>
            <a:off x="120110" y="2165646"/>
            <a:ext cx="15039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</a:p>
        </p:txBody>
      </p:sp>
      <p:sp>
        <p:nvSpPr>
          <p:cNvPr id="181" name="Rounded Rectangle 180">
            <a:extLst>
              <a:ext uri="{FF2B5EF4-FFF2-40B4-BE49-F238E27FC236}">
                <a16:creationId xmlns:a16="http://schemas.microsoft.com/office/drawing/2014/main" id="{E736D208-BF58-6FD8-5AF3-34E365D573AE}"/>
              </a:ext>
            </a:extLst>
          </p:cNvPr>
          <p:cNvSpPr/>
          <p:nvPr/>
        </p:nvSpPr>
        <p:spPr>
          <a:xfrm>
            <a:off x="1885366" y="98604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2" name="Picture 181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FC40B442-21D2-376D-F5D5-6E9E93A72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741" y="1269453"/>
            <a:ext cx="1463040" cy="1463040"/>
          </a:xfrm>
          <a:prstGeom prst="rect">
            <a:avLst/>
          </a:prstGeom>
        </p:spPr>
      </p:pic>
      <p:sp>
        <p:nvSpPr>
          <p:cNvPr id="183" name="TextBox 182">
            <a:extLst>
              <a:ext uri="{FF2B5EF4-FFF2-40B4-BE49-F238E27FC236}">
                <a16:creationId xmlns:a16="http://schemas.microsoft.com/office/drawing/2014/main" id="{2855A770-A91E-3BD1-C210-B9991C1896C8}"/>
              </a:ext>
            </a:extLst>
          </p:cNvPr>
          <p:cNvSpPr txBox="1"/>
          <p:nvPr/>
        </p:nvSpPr>
        <p:spPr>
          <a:xfrm>
            <a:off x="113074" y="-100370"/>
            <a:ext cx="39789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Unconstrained ML model training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AC6FA7CB-117C-74ED-2FBF-9C290741D4A4}"/>
              </a:ext>
            </a:extLst>
          </p:cNvPr>
          <p:cNvSpPr/>
          <p:nvPr/>
        </p:nvSpPr>
        <p:spPr>
          <a:xfrm>
            <a:off x="3417848" y="107806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B978077A-8837-7222-197B-557726D4987C}"/>
              </a:ext>
            </a:extLst>
          </p:cNvPr>
          <p:cNvSpPr txBox="1"/>
          <p:nvPr/>
        </p:nvSpPr>
        <p:spPr>
          <a:xfrm>
            <a:off x="4289512" y="2205333"/>
            <a:ext cx="16293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Monolithic ML model</a:t>
            </a:r>
          </a:p>
        </p:txBody>
      </p:sp>
      <p:sp>
        <p:nvSpPr>
          <p:cNvPr id="186" name="Rounded Rectangle 185">
            <a:extLst>
              <a:ext uri="{FF2B5EF4-FFF2-40B4-BE49-F238E27FC236}">
                <a16:creationId xmlns:a16="http://schemas.microsoft.com/office/drawing/2014/main" id="{24DFC2F9-2CAD-4617-51ED-2CCA23C270B4}"/>
              </a:ext>
            </a:extLst>
          </p:cNvPr>
          <p:cNvSpPr/>
          <p:nvPr/>
        </p:nvSpPr>
        <p:spPr>
          <a:xfrm>
            <a:off x="6137742" y="98604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5BECEA0B-C736-B272-206C-01C4178050B2}"/>
              </a:ext>
            </a:extLst>
          </p:cNvPr>
          <p:cNvSpPr/>
          <p:nvPr/>
        </p:nvSpPr>
        <p:spPr>
          <a:xfrm>
            <a:off x="7670224" y="107806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2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88" name="Picture 187" descr="A magnifying glass with a pulse&#10;&#10;Description automatically generated">
            <a:extLst>
              <a:ext uri="{FF2B5EF4-FFF2-40B4-BE49-F238E27FC236}">
                <a16:creationId xmlns:a16="http://schemas.microsoft.com/office/drawing/2014/main" id="{127E2F7F-3AFF-A58F-7773-477DE29439A2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433" b="96418" l="5467" r="95067">
                        <a14:foregroundMark x1="55867" y1="7463" x2="55867" y2="7463"/>
                        <a14:foregroundMark x1="18800" y1="38209" x2="18800" y2="38209"/>
                        <a14:foregroundMark x1="91467" y1="90896" x2="91467" y2="90896"/>
                        <a14:foregroundMark x1="92533" y1="92090" x2="92533" y2="92090"/>
                        <a14:foregroundMark x1="90667" y1="96418" x2="90667" y2="96418"/>
                        <a14:foregroundMark x1="43600" y1="3731" x2="43600" y2="3731"/>
                        <a14:foregroundMark x1="5467" y1="39104" x2="5467" y2="39104"/>
                        <a14:foregroundMark x1="95067" y1="90896" x2="95067" y2="9089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4059" y="1285981"/>
            <a:ext cx="1535373" cy="1371600"/>
          </a:xfrm>
          <a:prstGeom prst="rect">
            <a:avLst/>
          </a:prstGeom>
        </p:spPr>
      </p:pic>
      <p:sp>
        <p:nvSpPr>
          <p:cNvPr id="189" name="TextBox 188">
            <a:extLst>
              <a:ext uri="{FF2B5EF4-FFF2-40B4-BE49-F238E27FC236}">
                <a16:creationId xmlns:a16="http://schemas.microsoft.com/office/drawing/2014/main" id="{0BC50605-40B2-748B-5A62-F5B1CD9CDCD1}"/>
              </a:ext>
            </a:extLst>
          </p:cNvPr>
          <p:cNvSpPr txBox="1"/>
          <p:nvPr/>
        </p:nvSpPr>
        <p:spPr>
          <a:xfrm>
            <a:off x="5504540" y="-102500"/>
            <a:ext cx="33376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Feature importance extraction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F5598795-348D-68F2-3F76-D555DBC1FBA5}"/>
              </a:ext>
            </a:extLst>
          </p:cNvPr>
          <p:cNvSpPr txBox="1"/>
          <p:nvPr/>
        </p:nvSpPr>
        <p:spPr>
          <a:xfrm>
            <a:off x="8404742" y="2201054"/>
            <a:ext cx="17543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Importance matrix</a:t>
            </a:r>
          </a:p>
        </p:txBody>
      </p:sp>
      <p:sp>
        <p:nvSpPr>
          <p:cNvPr id="191" name="Rounded Rectangle 190">
            <a:extLst>
              <a:ext uri="{FF2B5EF4-FFF2-40B4-BE49-F238E27FC236}">
                <a16:creationId xmlns:a16="http://schemas.microsoft.com/office/drawing/2014/main" id="{5670092D-0577-FE70-653B-900B44CA6354}"/>
              </a:ext>
            </a:extLst>
          </p:cNvPr>
          <p:cNvSpPr/>
          <p:nvPr/>
        </p:nvSpPr>
        <p:spPr>
          <a:xfrm>
            <a:off x="10390118" y="986040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6A38D3E1-081B-409A-F435-CD50209D9001}"/>
              </a:ext>
            </a:extLst>
          </p:cNvPr>
          <p:cNvSpPr/>
          <p:nvPr/>
        </p:nvSpPr>
        <p:spPr>
          <a:xfrm>
            <a:off x="11940681" y="1078064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3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EE67EBFD-B6B4-B70B-7CF7-3077313E9416}"/>
              </a:ext>
            </a:extLst>
          </p:cNvPr>
          <p:cNvSpPr txBox="1"/>
          <p:nvPr/>
        </p:nvSpPr>
        <p:spPr>
          <a:xfrm>
            <a:off x="10389637" y="-100850"/>
            <a:ext cx="202015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model partitioning</a:t>
            </a:r>
          </a:p>
        </p:txBody>
      </p:sp>
      <p:pic>
        <p:nvPicPr>
          <p:cNvPr id="194" name="Picture 193">
            <a:extLst>
              <a:ext uri="{FF2B5EF4-FFF2-40B4-BE49-F238E27FC236}">
                <a16:creationId xmlns:a16="http://schemas.microsoft.com/office/drawing/2014/main" id="{834D7061-AE8E-E903-D832-6958CBE9296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 flipV="1">
            <a:off x="10621578" y="1325933"/>
            <a:ext cx="1326746" cy="1309737"/>
          </a:xfrm>
          <a:prstGeom prst="rect">
            <a:avLst/>
          </a:prstGeom>
        </p:spPr>
      </p:pic>
      <p:sp>
        <p:nvSpPr>
          <p:cNvPr id="195" name="Rounded Rectangle 194">
            <a:extLst>
              <a:ext uri="{FF2B5EF4-FFF2-40B4-BE49-F238E27FC236}">
                <a16:creationId xmlns:a16="http://schemas.microsoft.com/office/drawing/2014/main" id="{E91E12CD-0111-F2C6-D607-587FA97F782D}"/>
              </a:ext>
            </a:extLst>
          </p:cNvPr>
          <p:cNvSpPr/>
          <p:nvPr/>
        </p:nvSpPr>
        <p:spPr>
          <a:xfrm>
            <a:off x="10390118" y="4084558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96" name="Picture 19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695BD651-211E-4FB2-B4B3-0BED10DAAF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4493" y="4367971"/>
            <a:ext cx="1463040" cy="1463040"/>
          </a:xfrm>
          <a:prstGeom prst="rect">
            <a:avLst/>
          </a:prstGeom>
        </p:spPr>
      </p:pic>
      <p:sp>
        <p:nvSpPr>
          <p:cNvPr id="197" name="TextBox 196">
            <a:extLst>
              <a:ext uri="{FF2B5EF4-FFF2-40B4-BE49-F238E27FC236}">
                <a16:creationId xmlns:a16="http://schemas.microsoft.com/office/drawing/2014/main" id="{5E32A2BD-5CE8-3ABF-FA1C-1AA86F673F45}"/>
              </a:ext>
            </a:extLst>
          </p:cNvPr>
          <p:cNvSpPr txBox="1"/>
          <p:nvPr/>
        </p:nvSpPr>
        <p:spPr>
          <a:xfrm>
            <a:off x="8783937" y="6136648"/>
            <a:ext cx="437495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Hardware-compliant</a:t>
            </a:r>
          </a:p>
          <a:p>
            <a:pPr algn="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sub-models training</a:t>
            </a:r>
          </a:p>
        </p:txBody>
      </p:sp>
      <p:sp>
        <p:nvSpPr>
          <p:cNvPr id="198" name="Oval 197">
            <a:extLst>
              <a:ext uri="{FF2B5EF4-FFF2-40B4-BE49-F238E27FC236}">
                <a16:creationId xmlns:a16="http://schemas.microsoft.com/office/drawing/2014/main" id="{0C1B193C-B82D-2F13-21EC-A5876A7C9357}"/>
              </a:ext>
            </a:extLst>
          </p:cNvPr>
          <p:cNvSpPr/>
          <p:nvPr/>
        </p:nvSpPr>
        <p:spPr>
          <a:xfrm>
            <a:off x="11925181" y="4176582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4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199" name="Picture 198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1C62F84-89AD-0A82-B892-8CC574BE54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1063" y="3610772"/>
            <a:ext cx="777240" cy="777240"/>
          </a:xfrm>
          <a:prstGeom prst="rect">
            <a:avLst/>
          </a:prstGeom>
        </p:spPr>
      </p:pic>
      <p:sp>
        <p:nvSpPr>
          <p:cNvPr id="200" name="TextBox 199">
            <a:extLst>
              <a:ext uri="{FF2B5EF4-FFF2-40B4-BE49-F238E27FC236}">
                <a16:creationId xmlns:a16="http://schemas.microsoft.com/office/drawing/2014/main" id="{30D644C3-08F2-35F5-6F71-B16C82654E57}"/>
              </a:ext>
            </a:extLst>
          </p:cNvPr>
          <p:cNvSpPr txBox="1"/>
          <p:nvPr/>
        </p:nvSpPr>
        <p:spPr>
          <a:xfrm rot="5400000">
            <a:off x="9158613" y="4037007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F5D68EEF-63F0-0583-3334-40663671143D}"/>
              </a:ext>
            </a:extLst>
          </p:cNvPr>
          <p:cNvSpPr txBox="1"/>
          <p:nvPr/>
        </p:nvSpPr>
        <p:spPr>
          <a:xfrm>
            <a:off x="8195023" y="5681647"/>
            <a:ext cx="230848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ML sub-models</a:t>
            </a:r>
          </a:p>
        </p:txBody>
      </p:sp>
      <p:sp>
        <p:nvSpPr>
          <p:cNvPr id="202" name="Rounded Rectangle 201">
            <a:extLst>
              <a:ext uri="{FF2B5EF4-FFF2-40B4-BE49-F238E27FC236}">
                <a16:creationId xmlns:a16="http://schemas.microsoft.com/office/drawing/2014/main" id="{6CDF1803-2217-A04E-55BD-2C01DBE9348E}"/>
              </a:ext>
            </a:extLst>
          </p:cNvPr>
          <p:cNvSpPr/>
          <p:nvPr/>
        </p:nvSpPr>
        <p:spPr>
          <a:xfrm>
            <a:off x="6136256" y="3543296"/>
            <a:ext cx="2092267" cy="2487336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34C471B0-DBD7-9C63-C7A0-6A5F664615F8}"/>
              </a:ext>
            </a:extLst>
          </p:cNvPr>
          <p:cNvSpPr/>
          <p:nvPr/>
        </p:nvSpPr>
        <p:spPr>
          <a:xfrm>
            <a:off x="7668738" y="3635321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5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sp>
        <p:nvSpPr>
          <p:cNvPr id="204" name="TextBox 203">
            <a:extLst>
              <a:ext uri="{FF2B5EF4-FFF2-40B4-BE49-F238E27FC236}">
                <a16:creationId xmlns:a16="http://schemas.microsoft.com/office/drawing/2014/main" id="{4C03C660-A3F9-E224-3270-2708484D9146}"/>
              </a:ext>
            </a:extLst>
          </p:cNvPr>
          <p:cNvSpPr txBox="1"/>
          <p:nvPr/>
        </p:nvSpPr>
        <p:spPr>
          <a:xfrm>
            <a:off x="5655828" y="6136648"/>
            <a:ext cx="2581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sequencing</a:t>
            </a:r>
          </a:p>
        </p:txBody>
      </p:sp>
      <p:pic>
        <p:nvPicPr>
          <p:cNvPr id="205" name="Picture 20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09A1445-7515-E398-AE33-7EAA44CB12B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1327" y="4244006"/>
            <a:ext cx="1463040" cy="1463040"/>
          </a:xfrm>
          <a:prstGeom prst="rect">
            <a:avLst/>
          </a:prstGeom>
        </p:spPr>
      </p:pic>
      <p:sp>
        <p:nvSpPr>
          <p:cNvPr id="206" name="Rounded Rectangle 205">
            <a:extLst>
              <a:ext uri="{FF2B5EF4-FFF2-40B4-BE49-F238E27FC236}">
                <a16:creationId xmlns:a16="http://schemas.microsoft.com/office/drawing/2014/main" id="{113D8F24-0CB8-07EA-27F3-2890C56D7DB3}"/>
              </a:ext>
            </a:extLst>
          </p:cNvPr>
          <p:cNvSpPr/>
          <p:nvPr/>
        </p:nvSpPr>
        <p:spPr>
          <a:xfrm>
            <a:off x="1379618" y="4050452"/>
            <a:ext cx="2092267" cy="1946075"/>
          </a:xfrm>
          <a:prstGeom prst="roundRect">
            <a:avLst>
              <a:gd name="adj" fmla="val 16703"/>
            </a:avLst>
          </a:prstGeom>
          <a:solidFill>
            <a:srgbClr val="F4B9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7" name="Oval 206">
            <a:extLst>
              <a:ext uri="{FF2B5EF4-FFF2-40B4-BE49-F238E27FC236}">
                <a16:creationId xmlns:a16="http://schemas.microsoft.com/office/drawing/2014/main" id="{4AEFCFD9-E95C-BF2A-5E58-5AC619CB6CD7}"/>
              </a:ext>
            </a:extLst>
          </p:cNvPr>
          <p:cNvSpPr/>
          <p:nvPr/>
        </p:nvSpPr>
        <p:spPr>
          <a:xfrm>
            <a:off x="2912100" y="4142476"/>
            <a:ext cx="457200" cy="4572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6</a:t>
            </a:r>
            <a:endParaRPr lang="en-US" sz="2000" b="1" dirty="0">
              <a:latin typeface="CMU SERIF ROMAN" panose="02000603000000000000" pitchFamily="2" charset="0"/>
              <a:ea typeface="CMU SERIF ROMAN" panose="02000603000000000000" pitchFamily="2" charset="0"/>
              <a:cs typeface="CMU SERIF ROMAN" panose="02000603000000000000" pitchFamily="2" charset="0"/>
            </a:endParaRPr>
          </a:p>
        </p:txBody>
      </p:sp>
      <p:pic>
        <p:nvPicPr>
          <p:cNvPr id="208" name="Picture 207" descr="A yellow and black symbol&#10;&#10;Description automatically generated">
            <a:extLst>
              <a:ext uri="{FF2B5EF4-FFF2-40B4-BE49-F238E27FC236}">
                <a16:creationId xmlns:a16="http://schemas.microsoft.com/office/drawing/2014/main" id="{8D06241E-2CDB-CE34-866A-F78DFF3AA8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78310" y="4490705"/>
            <a:ext cx="1159184" cy="1150533"/>
          </a:xfrm>
          <a:prstGeom prst="rect">
            <a:avLst/>
          </a:prstGeom>
        </p:spPr>
      </p:pic>
      <p:sp>
        <p:nvSpPr>
          <p:cNvPr id="209" name="TextBox 208">
            <a:extLst>
              <a:ext uri="{FF2B5EF4-FFF2-40B4-BE49-F238E27FC236}">
                <a16:creationId xmlns:a16="http://schemas.microsoft.com/office/drawing/2014/main" id="{657E38CA-3872-F6AE-5FD8-87F94589F5B6}"/>
              </a:ext>
            </a:extLst>
          </p:cNvPr>
          <p:cNvSpPr txBox="1"/>
          <p:nvPr/>
        </p:nvSpPr>
        <p:spPr>
          <a:xfrm>
            <a:off x="1311854" y="6179119"/>
            <a:ext cx="25815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ML sub-model P4 build</a:t>
            </a:r>
          </a:p>
        </p:txBody>
      </p:sp>
      <p:pic>
        <p:nvPicPr>
          <p:cNvPr id="210" name="Picture 209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AD7562E9-48F1-1BDC-F99B-B185B9AE017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49" y="3164878"/>
            <a:ext cx="956351" cy="965237"/>
          </a:xfrm>
          <a:prstGeom prst="rect">
            <a:avLst/>
          </a:prstGeom>
        </p:spPr>
      </p:pic>
      <p:pic>
        <p:nvPicPr>
          <p:cNvPr id="211" name="Picture 210" descr="A white arrows pointing to different directions&#10;&#10;Description automatically generated">
            <a:extLst>
              <a:ext uri="{FF2B5EF4-FFF2-40B4-BE49-F238E27FC236}">
                <a16:creationId xmlns:a16="http://schemas.microsoft.com/office/drawing/2014/main" id="{7302DF68-50F7-A84C-6D24-39A7EB3FBEF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49" y="4414188"/>
            <a:ext cx="956351" cy="965237"/>
          </a:xfrm>
          <a:prstGeom prst="rect">
            <a:avLst/>
          </a:prstGeom>
        </p:spPr>
      </p:pic>
      <p:sp>
        <p:nvSpPr>
          <p:cNvPr id="212" name="TextBox 211">
            <a:extLst>
              <a:ext uri="{FF2B5EF4-FFF2-40B4-BE49-F238E27FC236}">
                <a16:creationId xmlns:a16="http://schemas.microsoft.com/office/drawing/2014/main" id="{1F33C58E-C708-9251-044F-9E1521344B19}"/>
              </a:ext>
            </a:extLst>
          </p:cNvPr>
          <p:cNvSpPr txBox="1"/>
          <p:nvPr/>
        </p:nvSpPr>
        <p:spPr>
          <a:xfrm rot="18899713" flipV="1">
            <a:off x="12600909" y="3436523"/>
            <a:ext cx="5741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700" dirty="0"/>
              <a:t>...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B77A99A5-0880-4977-EA94-64C702D4F897}"/>
              </a:ext>
            </a:extLst>
          </p:cNvPr>
          <p:cNvSpPr txBox="1"/>
          <p:nvPr/>
        </p:nvSpPr>
        <p:spPr>
          <a:xfrm>
            <a:off x="-10298" y="5278387"/>
            <a:ext cx="14900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User plane</a:t>
            </a:r>
          </a:p>
        </p:txBody>
      </p:sp>
      <p:pic>
        <p:nvPicPr>
          <p:cNvPr id="214" name="Picture 213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D0A630F4-B7A2-D7B2-6DFE-4B442793C8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1063" y="4806668"/>
            <a:ext cx="777240" cy="777240"/>
          </a:xfrm>
          <a:prstGeom prst="rect">
            <a:avLst/>
          </a:prstGeom>
        </p:spPr>
      </p:pic>
      <p:pic>
        <p:nvPicPr>
          <p:cNvPr id="215" name="Picture 21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23779FA-2E94-879E-BB41-323999E895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9300" y="3674513"/>
            <a:ext cx="594360" cy="594360"/>
          </a:xfrm>
          <a:prstGeom prst="rect">
            <a:avLst/>
          </a:prstGeom>
        </p:spPr>
      </p:pic>
      <p:sp>
        <p:nvSpPr>
          <p:cNvPr id="216" name="TextBox 215">
            <a:extLst>
              <a:ext uri="{FF2B5EF4-FFF2-40B4-BE49-F238E27FC236}">
                <a16:creationId xmlns:a16="http://schemas.microsoft.com/office/drawing/2014/main" id="{D2B6CB41-68A6-4306-AD79-DE04BA00E7E6}"/>
              </a:ext>
            </a:extLst>
          </p:cNvPr>
          <p:cNvSpPr txBox="1"/>
          <p:nvPr/>
        </p:nvSpPr>
        <p:spPr>
          <a:xfrm rot="5400000">
            <a:off x="5077277" y="3915482"/>
            <a:ext cx="6126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3CA957B9-B9EB-1AC9-CCCA-0E83CEAF6C62}"/>
              </a:ext>
            </a:extLst>
          </p:cNvPr>
          <p:cNvSpPr txBox="1"/>
          <p:nvPr/>
        </p:nvSpPr>
        <p:spPr>
          <a:xfrm>
            <a:off x="3970100" y="5305651"/>
            <a:ext cx="20821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Ordered ML sub-models</a:t>
            </a:r>
          </a:p>
        </p:txBody>
      </p:sp>
      <p:pic>
        <p:nvPicPr>
          <p:cNvPr id="218" name="Picture 21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436B8258-F0D8-F9C5-FBE9-0A873413C1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8297" y="4677092"/>
            <a:ext cx="594360" cy="594360"/>
          </a:xfrm>
          <a:prstGeom prst="rect">
            <a:avLst/>
          </a:prstGeom>
        </p:spPr>
      </p:pic>
      <p:sp>
        <p:nvSpPr>
          <p:cNvPr id="219" name="Oval 218">
            <a:extLst>
              <a:ext uri="{FF2B5EF4-FFF2-40B4-BE49-F238E27FC236}">
                <a16:creationId xmlns:a16="http://schemas.microsoft.com/office/drawing/2014/main" id="{E40BB13C-3E14-A0DC-FFB4-52B50E9F362C}"/>
              </a:ext>
            </a:extLst>
          </p:cNvPr>
          <p:cNvSpPr>
            <a:spLocks noChangeAspect="1"/>
          </p:cNvSpPr>
          <p:nvPr/>
        </p:nvSpPr>
        <p:spPr>
          <a:xfrm>
            <a:off x="4691226" y="3611525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1</a:t>
            </a:r>
          </a:p>
        </p:txBody>
      </p:sp>
      <p:sp>
        <p:nvSpPr>
          <p:cNvPr id="220" name="Oval 219">
            <a:extLst>
              <a:ext uri="{FF2B5EF4-FFF2-40B4-BE49-F238E27FC236}">
                <a16:creationId xmlns:a16="http://schemas.microsoft.com/office/drawing/2014/main" id="{B8909DD7-93EB-DA1E-DDDD-AA8AD612F099}"/>
              </a:ext>
            </a:extLst>
          </p:cNvPr>
          <p:cNvSpPr>
            <a:spLocks noChangeAspect="1"/>
          </p:cNvSpPr>
          <p:nvPr/>
        </p:nvSpPr>
        <p:spPr>
          <a:xfrm>
            <a:off x="4660746" y="4623554"/>
            <a:ext cx="365760" cy="365760"/>
          </a:xfrm>
          <a:prstGeom prst="ellipse">
            <a:avLst/>
          </a:prstGeom>
          <a:solidFill>
            <a:srgbClr val="EFF2F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Aft>
                <a:spcPts val="200"/>
              </a:spcAft>
            </a:pPr>
            <a:r>
              <a:rPr lang="en-US" sz="2400" b="1" dirty="0">
                <a:solidFill>
                  <a:schemeClr val="tx1"/>
                </a:solidFill>
                <a:ea typeface="CMU SERIF ROMAN" panose="02000603000000000000" pitchFamily="2" charset="0"/>
                <a:cs typeface="CMU SERIF ROMAN" panose="02000603000000000000" pitchFamily="2" charset="0"/>
              </a:rPr>
              <a:t>n</a:t>
            </a: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04EB3C17-44BA-C9A9-4C5A-01585254834D}"/>
              </a:ext>
            </a:extLst>
          </p:cNvPr>
          <p:cNvSpPr txBox="1"/>
          <p:nvPr/>
        </p:nvSpPr>
        <p:spPr>
          <a:xfrm rot="5400000">
            <a:off x="449539" y="3724006"/>
            <a:ext cx="61266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spc="-600" dirty="0"/>
              <a:t>...</a:t>
            </a:r>
          </a:p>
        </p:txBody>
      </p: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AD70B381-78C0-2729-D18C-211778718A92}"/>
              </a:ext>
            </a:extLst>
          </p:cNvPr>
          <p:cNvCxnSpPr>
            <a:cxnSpLocks/>
          </p:cNvCxnSpPr>
          <p:nvPr/>
        </p:nvCxnSpPr>
        <p:spPr>
          <a:xfrm>
            <a:off x="1310137" y="1680729"/>
            <a:ext cx="575229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traight Arrow Connector 222">
            <a:extLst>
              <a:ext uri="{FF2B5EF4-FFF2-40B4-BE49-F238E27FC236}">
                <a16:creationId xmlns:a16="http://schemas.microsoft.com/office/drawing/2014/main" id="{A27A5DB1-EE90-9752-DECF-942F62B15CF7}"/>
              </a:ext>
            </a:extLst>
          </p:cNvPr>
          <p:cNvCxnSpPr>
            <a:cxnSpLocks/>
          </p:cNvCxnSpPr>
          <p:nvPr/>
        </p:nvCxnSpPr>
        <p:spPr>
          <a:xfrm>
            <a:off x="3977633" y="1680729"/>
            <a:ext cx="21544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Rounded Rectangle 223">
            <a:extLst>
              <a:ext uri="{FF2B5EF4-FFF2-40B4-BE49-F238E27FC236}">
                <a16:creationId xmlns:a16="http://schemas.microsoft.com/office/drawing/2014/main" id="{BEA2493F-2FC7-A9DD-A83C-1DCA14602EB4}"/>
              </a:ext>
            </a:extLst>
          </p:cNvPr>
          <p:cNvSpPr/>
          <p:nvPr/>
        </p:nvSpPr>
        <p:spPr>
          <a:xfrm>
            <a:off x="4556701" y="1031104"/>
            <a:ext cx="1094961" cy="1071973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25" name="Picture 224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B33C14D-BFC3-8D56-C64E-E619166AEA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31017" y="1111168"/>
            <a:ext cx="946331" cy="946331"/>
          </a:xfrm>
          <a:prstGeom prst="rect">
            <a:avLst/>
          </a:prstGeom>
        </p:spPr>
      </p:pic>
      <p:sp>
        <p:nvSpPr>
          <p:cNvPr id="226" name="Rounded Rectangle 225">
            <a:extLst>
              <a:ext uri="{FF2B5EF4-FFF2-40B4-BE49-F238E27FC236}">
                <a16:creationId xmlns:a16="http://schemas.microsoft.com/office/drawing/2014/main" id="{21A837A9-DDF6-3E50-6352-632F59548548}"/>
              </a:ext>
            </a:extLst>
          </p:cNvPr>
          <p:cNvSpPr/>
          <p:nvPr/>
        </p:nvSpPr>
        <p:spPr>
          <a:xfrm>
            <a:off x="8753044" y="1031969"/>
            <a:ext cx="1194171" cy="1071973"/>
          </a:xfrm>
          <a:prstGeom prst="roundRect">
            <a:avLst>
              <a:gd name="adj" fmla="val 16703"/>
            </a:avLst>
          </a:prstGeom>
          <a:solidFill>
            <a:srgbClr val="EFF2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F473F27E-DF6A-197F-ECBB-A608C42933FE}"/>
              </a:ext>
            </a:extLst>
          </p:cNvPr>
          <p:cNvSpPr txBox="1"/>
          <p:nvPr/>
        </p:nvSpPr>
        <p:spPr>
          <a:xfrm>
            <a:off x="8616879" y="1065561"/>
            <a:ext cx="11941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i="1" dirty="0">
                <a:latin typeface="CMU Serif" panose="02000603000000000000" pitchFamily="2" charset="0"/>
                <a:ea typeface="CMU Serif" panose="02000603000000000000" pitchFamily="2" charset="0"/>
                <a:cs typeface="CMU Serif" panose="02000603000000000000" pitchFamily="2" charset="0"/>
              </a:rPr>
              <a:t>W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3BBFB8CD-E600-4C77-D0AA-975679B4DD2C}"/>
              </a:ext>
            </a:extLst>
          </p:cNvPr>
          <p:cNvCxnSpPr>
            <a:cxnSpLocks/>
          </p:cNvCxnSpPr>
          <p:nvPr/>
        </p:nvCxnSpPr>
        <p:spPr>
          <a:xfrm>
            <a:off x="11974096" y="2945935"/>
            <a:ext cx="0" cy="53781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86892FE3-FA44-F5C0-9090-5DD38754C6BB}"/>
              </a:ext>
            </a:extLst>
          </p:cNvPr>
          <p:cNvCxnSpPr>
            <a:cxnSpLocks/>
          </p:cNvCxnSpPr>
          <p:nvPr/>
        </p:nvCxnSpPr>
        <p:spPr>
          <a:xfrm>
            <a:off x="11572924" y="2945935"/>
            <a:ext cx="0" cy="894190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traight Arrow Connector 229">
            <a:extLst>
              <a:ext uri="{FF2B5EF4-FFF2-40B4-BE49-F238E27FC236}">
                <a16:creationId xmlns:a16="http://schemas.microsoft.com/office/drawing/2014/main" id="{8C05FFF5-3144-9F38-C6F1-37FF19353C31}"/>
              </a:ext>
            </a:extLst>
          </p:cNvPr>
          <p:cNvCxnSpPr>
            <a:cxnSpLocks/>
          </p:cNvCxnSpPr>
          <p:nvPr/>
        </p:nvCxnSpPr>
        <p:spPr>
          <a:xfrm>
            <a:off x="11399503" y="2945935"/>
            <a:ext cx="0" cy="1146586"/>
          </a:xfrm>
          <a:prstGeom prst="straightConnector1">
            <a:avLst/>
          </a:prstGeom>
          <a:ln w="28575">
            <a:solidFill>
              <a:schemeClr val="tx1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traight Connector 230">
            <a:extLst>
              <a:ext uri="{FF2B5EF4-FFF2-40B4-BE49-F238E27FC236}">
                <a16:creationId xmlns:a16="http://schemas.microsoft.com/office/drawing/2014/main" id="{331EB754-7015-481B-C8E4-CA1EAD02AC5A}"/>
              </a:ext>
            </a:extLst>
          </p:cNvPr>
          <p:cNvCxnSpPr/>
          <p:nvPr/>
        </p:nvCxnSpPr>
        <p:spPr>
          <a:xfrm>
            <a:off x="2965703" y="840769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CC22E64F-E715-CCF2-036C-C22EC0B803E2}"/>
              </a:ext>
            </a:extLst>
          </p:cNvPr>
          <p:cNvCxnSpPr/>
          <p:nvPr/>
        </p:nvCxnSpPr>
        <p:spPr>
          <a:xfrm>
            <a:off x="7194156" y="825271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E9E52567-F6C6-8A77-090E-2C4662E8FB11}"/>
              </a:ext>
            </a:extLst>
          </p:cNvPr>
          <p:cNvCxnSpPr/>
          <p:nvPr/>
        </p:nvCxnSpPr>
        <p:spPr>
          <a:xfrm>
            <a:off x="11399503" y="825271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traight Connector 233">
            <a:extLst>
              <a:ext uri="{FF2B5EF4-FFF2-40B4-BE49-F238E27FC236}">
                <a16:creationId xmlns:a16="http://schemas.microsoft.com/office/drawing/2014/main" id="{3E527421-8552-2EFE-15F5-DC2CBDFCBDAC}"/>
              </a:ext>
            </a:extLst>
          </p:cNvPr>
          <p:cNvCxnSpPr/>
          <p:nvPr/>
        </p:nvCxnSpPr>
        <p:spPr>
          <a:xfrm>
            <a:off x="11414219" y="5756920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51C1EDB2-AB8C-D078-76B4-3D616A080764}"/>
              </a:ext>
            </a:extLst>
          </p:cNvPr>
          <p:cNvCxnSpPr/>
          <p:nvPr/>
        </p:nvCxnSpPr>
        <p:spPr>
          <a:xfrm>
            <a:off x="7173388" y="5756314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traight Connector 235">
            <a:extLst>
              <a:ext uri="{FF2B5EF4-FFF2-40B4-BE49-F238E27FC236}">
                <a16:creationId xmlns:a16="http://schemas.microsoft.com/office/drawing/2014/main" id="{08380C8E-80B5-B8B0-32E1-26DE6D3E0277}"/>
              </a:ext>
            </a:extLst>
          </p:cNvPr>
          <p:cNvCxnSpPr/>
          <p:nvPr/>
        </p:nvCxnSpPr>
        <p:spPr>
          <a:xfrm>
            <a:off x="2425751" y="5725732"/>
            <a:ext cx="0" cy="422805"/>
          </a:xfrm>
          <a:prstGeom prst="line">
            <a:avLst/>
          </a:prstGeom>
          <a:ln w="57150">
            <a:solidFill>
              <a:srgbClr val="F4B94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9006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2208</TotalTime>
  <Words>158</Words>
  <Application>Microsoft Macintosh PowerPoint</Application>
  <PresentationFormat>Custom</PresentationFormat>
  <Paragraphs>87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Aptos Display</vt:lpstr>
      <vt:lpstr>Arial</vt:lpstr>
      <vt:lpstr>CMU Serif</vt:lpstr>
      <vt:lpstr>CMU SERIF ROMAN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Marco Fiore</dc:creator>
  <cp:lastModifiedBy>Marco Fiore</cp:lastModifiedBy>
  <cp:revision>67</cp:revision>
  <dcterms:created xsi:type="dcterms:W3CDTF">2024-07-21T11:03:36Z</dcterms:created>
  <dcterms:modified xsi:type="dcterms:W3CDTF">2025-10-07T17:38:54Z</dcterms:modified>
</cp:coreProperties>
</file>