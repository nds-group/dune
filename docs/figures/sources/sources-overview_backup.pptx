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0" r:id="rId2"/>
    <p:sldId id="259" r:id="rId3"/>
  </p:sldIdLst>
  <p:sldSz cx="13716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D8C4"/>
    <a:srgbClr val="F4B942"/>
    <a:srgbClr val="EFF2F1"/>
    <a:srgbClr val="FFE0C0"/>
    <a:srgbClr val="FFE0A0"/>
    <a:srgbClr val="4059AD"/>
    <a:srgbClr val="6B9AC4"/>
    <a:srgbClr val="F0F0F0"/>
    <a:srgbClr val="E56B6F"/>
    <a:srgbClr val="B575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3"/>
    <p:restoredTop sz="94666"/>
  </p:normalViewPr>
  <p:slideViewPr>
    <p:cSldViewPr snapToGrid="0">
      <p:cViewPr varScale="1">
        <p:scale>
          <a:sx n="82" d="100"/>
          <a:sy n="82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122363"/>
            <a:ext cx="10287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602038"/>
            <a:ext cx="10287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9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70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1709739"/>
            <a:ext cx="118300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4589464"/>
            <a:ext cx="118300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860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0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365126"/>
            <a:ext cx="1183005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1681163"/>
            <a:ext cx="58025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2505075"/>
            <a:ext cx="58025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1681163"/>
            <a:ext cx="58310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2505075"/>
            <a:ext cx="58310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1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3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0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987426"/>
            <a:ext cx="694372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0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987426"/>
            <a:ext cx="694372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9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80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365125"/>
            <a:ext cx="295751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365125"/>
            <a:ext cx="870108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04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365126"/>
            <a:ext cx="118300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1825625"/>
            <a:ext cx="118300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0D6CD-EDD6-FE48-848A-5096DBC5F615}" type="datetimeFigureOut">
              <a:rPr lang="en-US" smtClean="0"/>
              <a:t>7/23/24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6356351"/>
            <a:ext cx="4629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9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A43BCD7A-7D9F-22D0-894A-E5EF7E7E43A8}"/>
              </a:ext>
            </a:extLst>
          </p:cNvPr>
          <p:cNvCxnSpPr>
            <a:cxnSpLocks/>
          </p:cNvCxnSpPr>
          <p:nvPr/>
        </p:nvCxnSpPr>
        <p:spPr>
          <a:xfrm flipH="1">
            <a:off x="1789444" y="3838948"/>
            <a:ext cx="8077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74942362-66EF-245A-87AE-91930486D3E6}"/>
              </a:ext>
            </a:extLst>
          </p:cNvPr>
          <p:cNvCxnSpPr>
            <a:cxnSpLocks/>
          </p:cNvCxnSpPr>
          <p:nvPr/>
        </p:nvCxnSpPr>
        <p:spPr>
          <a:xfrm flipH="1">
            <a:off x="1789444" y="5178073"/>
            <a:ext cx="3019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3A6E02C8-03C8-5049-974A-27148F1A2E76}"/>
              </a:ext>
            </a:extLst>
          </p:cNvPr>
          <p:cNvCxnSpPr>
            <a:cxnSpLocks/>
          </p:cNvCxnSpPr>
          <p:nvPr/>
        </p:nvCxnSpPr>
        <p:spPr>
          <a:xfrm flipH="1">
            <a:off x="4799529" y="4478849"/>
            <a:ext cx="20443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3B85B0E-5B78-498F-B29D-2ADFF8A2B575}"/>
              </a:ext>
            </a:extLst>
          </p:cNvPr>
          <p:cNvCxnSpPr>
            <a:cxnSpLocks/>
          </p:cNvCxnSpPr>
          <p:nvPr/>
        </p:nvCxnSpPr>
        <p:spPr>
          <a:xfrm flipH="1">
            <a:off x="4799529" y="4912863"/>
            <a:ext cx="2109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C0A9BA9-8D2B-F9C7-FC8E-14FA0051E883}"/>
              </a:ext>
            </a:extLst>
          </p:cNvPr>
          <p:cNvCxnSpPr>
            <a:cxnSpLocks/>
          </p:cNvCxnSpPr>
          <p:nvPr/>
        </p:nvCxnSpPr>
        <p:spPr>
          <a:xfrm flipH="1">
            <a:off x="4799529" y="5119911"/>
            <a:ext cx="2109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2851F8CB-318D-64AF-567D-23D3A8D89E3C}"/>
              </a:ext>
            </a:extLst>
          </p:cNvPr>
          <p:cNvSpPr/>
          <p:nvPr/>
        </p:nvSpPr>
        <p:spPr>
          <a:xfrm>
            <a:off x="5270010" y="3597313"/>
            <a:ext cx="1069538" cy="1768298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4E80B58-8219-C179-EEC1-8793226144E1}"/>
              </a:ext>
            </a:extLst>
          </p:cNvPr>
          <p:cNvCxnSpPr>
            <a:cxnSpLocks/>
          </p:cNvCxnSpPr>
          <p:nvPr/>
        </p:nvCxnSpPr>
        <p:spPr>
          <a:xfrm flipH="1">
            <a:off x="8949150" y="4453012"/>
            <a:ext cx="2564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12160C52-8A6F-C9B5-F7CB-B5134F1EAE6F}"/>
              </a:ext>
            </a:extLst>
          </p:cNvPr>
          <p:cNvCxnSpPr>
            <a:cxnSpLocks/>
          </p:cNvCxnSpPr>
          <p:nvPr/>
        </p:nvCxnSpPr>
        <p:spPr>
          <a:xfrm flipH="1">
            <a:off x="8940302" y="4887026"/>
            <a:ext cx="216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99ED3F8-C474-E268-A9D7-4E12DF1AD54D}"/>
              </a:ext>
            </a:extLst>
          </p:cNvPr>
          <p:cNvCxnSpPr>
            <a:cxnSpLocks/>
            <a:stCxn id="60" idx="1"/>
          </p:cNvCxnSpPr>
          <p:nvPr/>
        </p:nvCxnSpPr>
        <p:spPr>
          <a:xfrm flipH="1" flipV="1">
            <a:off x="8940302" y="5094074"/>
            <a:ext cx="2161596" cy="23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1C3CD924-E6B8-976B-AFB2-997058559522}"/>
              </a:ext>
            </a:extLst>
          </p:cNvPr>
          <p:cNvSpPr/>
          <p:nvPr/>
        </p:nvSpPr>
        <p:spPr>
          <a:xfrm>
            <a:off x="9468872" y="3603256"/>
            <a:ext cx="1194171" cy="2097942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E9CFF82-DD5A-8948-7A48-8A967D45B57B}"/>
              </a:ext>
            </a:extLst>
          </p:cNvPr>
          <p:cNvCxnSpPr>
            <a:cxnSpLocks/>
          </p:cNvCxnSpPr>
          <p:nvPr/>
        </p:nvCxnSpPr>
        <p:spPr>
          <a:xfrm>
            <a:off x="8964565" y="1739962"/>
            <a:ext cx="21040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FDF4F924-A243-E7DA-3472-D550A44C0346}"/>
              </a:ext>
            </a:extLst>
          </p:cNvPr>
          <p:cNvSpPr/>
          <p:nvPr/>
        </p:nvSpPr>
        <p:spPr>
          <a:xfrm>
            <a:off x="2614275" y="3603257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F745276-0194-17AA-DC02-B2EA856F0283}"/>
              </a:ext>
            </a:extLst>
          </p:cNvPr>
          <p:cNvSpPr/>
          <p:nvPr/>
        </p:nvSpPr>
        <p:spPr>
          <a:xfrm>
            <a:off x="2243746" y="3980049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7830445-7646-42A9-FB73-416359D8D688}"/>
              </a:ext>
            </a:extLst>
          </p:cNvPr>
          <p:cNvSpPr txBox="1"/>
          <p:nvPr/>
        </p:nvSpPr>
        <p:spPr>
          <a:xfrm rot="18899713" flipV="1">
            <a:off x="4302580" y="347465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700" dirty="0"/>
              <a:t>...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812B9C3D-A3C1-608C-8F2D-0EC252AEFB13}"/>
              </a:ext>
            </a:extLst>
          </p:cNvPr>
          <p:cNvSpPr/>
          <p:nvPr/>
        </p:nvSpPr>
        <p:spPr>
          <a:xfrm>
            <a:off x="11616771" y="3603257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8074476-AABC-1635-84DC-6D3C2B6DE451}"/>
              </a:ext>
            </a:extLst>
          </p:cNvPr>
          <p:cNvSpPr/>
          <p:nvPr/>
        </p:nvSpPr>
        <p:spPr>
          <a:xfrm>
            <a:off x="11246242" y="3980049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81211B-7D65-6955-5137-82A1BDEAD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52" y="1227965"/>
            <a:ext cx="994954" cy="994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349DCD-B604-D2AD-C71B-3A29EE76F6D1}"/>
              </a:ext>
            </a:extLst>
          </p:cNvPr>
          <p:cNvSpPr txBox="1"/>
          <p:nvPr/>
        </p:nvSpPr>
        <p:spPr>
          <a:xfrm>
            <a:off x="831890" y="2225606"/>
            <a:ext cx="1503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7E9F51-08C9-07FE-5C8F-8FF342813165}"/>
              </a:ext>
            </a:extLst>
          </p:cNvPr>
          <p:cNvSpPr/>
          <p:nvPr/>
        </p:nvSpPr>
        <p:spPr>
          <a:xfrm>
            <a:off x="2597146" y="104600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6B3EE4F-BB21-E5F9-CD3E-1B818B805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521" y="1329413"/>
            <a:ext cx="1463040" cy="1463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D9DB71-4563-CA53-62B6-5A6827CC88CF}"/>
              </a:ext>
            </a:extLst>
          </p:cNvPr>
          <p:cNvSpPr txBox="1"/>
          <p:nvPr/>
        </p:nvSpPr>
        <p:spPr>
          <a:xfrm>
            <a:off x="824854" y="-40410"/>
            <a:ext cx="3978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Unconstrained ML model training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CEA5F1-574F-D768-EBA3-57D276496AC8}"/>
              </a:ext>
            </a:extLst>
          </p:cNvPr>
          <p:cNvSpPr/>
          <p:nvPr/>
        </p:nvSpPr>
        <p:spPr>
          <a:xfrm>
            <a:off x="4129628" y="113802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0CFCF-02B5-23DB-2F5D-51BEB2242635}"/>
              </a:ext>
            </a:extLst>
          </p:cNvPr>
          <p:cNvSpPr txBox="1"/>
          <p:nvPr/>
        </p:nvSpPr>
        <p:spPr>
          <a:xfrm>
            <a:off x="5001292" y="2265293"/>
            <a:ext cx="1629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Monolithic ML model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8E8D76E-42E1-E45C-BBF1-BB1B9C54A276}"/>
              </a:ext>
            </a:extLst>
          </p:cNvPr>
          <p:cNvSpPr/>
          <p:nvPr/>
        </p:nvSpPr>
        <p:spPr>
          <a:xfrm>
            <a:off x="6849522" y="104600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06EF974-554D-8D90-0904-4717245E921C}"/>
              </a:ext>
            </a:extLst>
          </p:cNvPr>
          <p:cNvSpPr/>
          <p:nvPr/>
        </p:nvSpPr>
        <p:spPr>
          <a:xfrm>
            <a:off x="8382004" y="113802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7" name="Picture 16" descr="A magnifying glass with a pulse&#10;&#10;Description automatically generated">
            <a:extLst>
              <a:ext uri="{FF2B5EF4-FFF2-40B4-BE49-F238E27FC236}">
                <a16:creationId xmlns:a16="http://schemas.microsoft.com/office/drawing/2014/main" id="{7D672D91-09AB-671C-06A3-E6C130FE1E8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433" b="96418" l="5467" r="95067">
                        <a14:foregroundMark x1="55867" y1="7463" x2="55867" y2="7463"/>
                        <a14:foregroundMark x1="18800" y1="38209" x2="18800" y2="38209"/>
                        <a14:foregroundMark x1="91467" y1="90896" x2="91467" y2="90896"/>
                        <a14:foregroundMark x1="92533" y1="92090" x2="92533" y2="92090"/>
                        <a14:foregroundMark x1="90667" y1="96418" x2="90667" y2="96418"/>
                        <a14:foregroundMark x1="43600" y1="3731" x2="43600" y2="3731"/>
                        <a14:foregroundMark x1="5467" y1="39104" x2="5467" y2="39104"/>
                        <a14:foregroundMark x1="95067" y1="90896" x2="95067" y2="908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5839" y="1345941"/>
            <a:ext cx="1535373" cy="1371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06B57AB-C16C-C1BE-7C6B-2E84DFD8E734}"/>
              </a:ext>
            </a:extLst>
          </p:cNvPr>
          <p:cNvSpPr txBox="1"/>
          <p:nvPr/>
        </p:nvSpPr>
        <p:spPr>
          <a:xfrm>
            <a:off x="6216320" y="-42540"/>
            <a:ext cx="3337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Feature importance extraction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2D94DD-C27D-493E-C328-C067C520BA79}"/>
              </a:ext>
            </a:extLst>
          </p:cNvPr>
          <p:cNvSpPr txBox="1"/>
          <p:nvPr/>
        </p:nvSpPr>
        <p:spPr>
          <a:xfrm>
            <a:off x="9116522" y="2261014"/>
            <a:ext cx="1754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Importance matrix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6BC2665-EB83-24D9-B391-BAC7CEE13797}"/>
              </a:ext>
            </a:extLst>
          </p:cNvPr>
          <p:cNvSpPr/>
          <p:nvPr/>
        </p:nvSpPr>
        <p:spPr>
          <a:xfrm>
            <a:off x="11101898" y="104600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EB525F-FB75-56BF-00E0-76372358B194}"/>
              </a:ext>
            </a:extLst>
          </p:cNvPr>
          <p:cNvSpPr/>
          <p:nvPr/>
        </p:nvSpPr>
        <p:spPr>
          <a:xfrm>
            <a:off x="12652461" y="113802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3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18990A-B2A9-65F6-093A-EEFDC0CAEAFA}"/>
              </a:ext>
            </a:extLst>
          </p:cNvPr>
          <p:cNvSpPr txBox="1"/>
          <p:nvPr/>
        </p:nvSpPr>
        <p:spPr>
          <a:xfrm>
            <a:off x="11101417" y="-40890"/>
            <a:ext cx="2020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model partitioning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4C5BDE32-2A4E-1C03-C831-271100DF3A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 flipV="1">
            <a:off x="11333358" y="1385893"/>
            <a:ext cx="1326746" cy="1309737"/>
          </a:xfrm>
          <a:prstGeom prst="rect">
            <a:avLst/>
          </a:prstGeom>
        </p:spPr>
      </p:pic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4F8C0ED-4D12-B81B-F13E-13D64A499E85}"/>
              </a:ext>
            </a:extLst>
          </p:cNvPr>
          <p:cNvSpPr/>
          <p:nvPr/>
        </p:nvSpPr>
        <p:spPr>
          <a:xfrm>
            <a:off x="11101898" y="4144518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1" name="Picture 6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51B0058-E5DF-88D9-51DC-F2C108B44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273" y="4427931"/>
            <a:ext cx="1463040" cy="146304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1E1DFE66-F63C-0EA8-C418-D6C9FC141041}"/>
              </a:ext>
            </a:extLst>
          </p:cNvPr>
          <p:cNvSpPr txBox="1"/>
          <p:nvPr/>
        </p:nvSpPr>
        <p:spPr>
          <a:xfrm>
            <a:off x="9495717" y="6196608"/>
            <a:ext cx="4374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Hardware-compliant</a:t>
            </a:r>
          </a:p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sub-models training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1386B2F-23FC-0084-DC85-CAD49168023B}"/>
              </a:ext>
            </a:extLst>
          </p:cNvPr>
          <p:cNvSpPr/>
          <p:nvPr/>
        </p:nvSpPr>
        <p:spPr>
          <a:xfrm>
            <a:off x="12636961" y="423654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4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68" name="Picture 6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26EFA7B-92D6-DF48-5012-608FEF2D1D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843" y="3670732"/>
            <a:ext cx="777240" cy="77724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2E118FA-2567-4D0F-AD90-028D54D4990F}"/>
              </a:ext>
            </a:extLst>
          </p:cNvPr>
          <p:cNvSpPr txBox="1"/>
          <p:nvPr/>
        </p:nvSpPr>
        <p:spPr>
          <a:xfrm rot="5400000">
            <a:off x="9870393" y="4096967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9BF5140-272A-1524-D5E7-539B51795C14}"/>
              </a:ext>
            </a:extLst>
          </p:cNvPr>
          <p:cNvSpPr txBox="1"/>
          <p:nvPr/>
        </p:nvSpPr>
        <p:spPr>
          <a:xfrm>
            <a:off x="8906803" y="5741607"/>
            <a:ext cx="2308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ML sub-models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816F124-46B5-5B40-3E7F-8573CA430821}"/>
              </a:ext>
            </a:extLst>
          </p:cNvPr>
          <p:cNvSpPr/>
          <p:nvPr/>
        </p:nvSpPr>
        <p:spPr>
          <a:xfrm>
            <a:off x="6848036" y="3603256"/>
            <a:ext cx="2092267" cy="2487336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F0E2DCB-613E-C48E-1717-A9E40A702AD4}"/>
              </a:ext>
            </a:extLst>
          </p:cNvPr>
          <p:cNvSpPr/>
          <p:nvPr/>
        </p:nvSpPr>
        <p:spPr>
          <a:xfrm>
            <a:off x="8380518" y="369528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5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2DEFEED-3138-9C0A-E9D6-7B0A3065E4E6}"/>
              </a:ext>
            </a:extLst>
          </p:cNvPr>
          <p:cNvSpPr txBox="1"/>
          <p:nvPr/>
        </p:nvSpPr>
        <p:spPr>
          <a:xfrm>
            <a:off x="6367608" y="6196608"/>
            <a:ext cx="2581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 sequencing</a:t>
            </a:r>
          </a:p>
        </p:txBody>
      </p:sp>
      <p:pic>
        <p:nvPicPr>
          <p:cNvPr id="78" name="Picture 7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2D47B9-FD8A-A6E8-82F5-C80EE0072D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3107" y="4303966"/>
            <a:ext cx="1463040" cy="1463040"/>
          </a:xfrm>
          <a:prstGeom prst="rect">
            <a:avLst/>
          </a:prstGeom>
        </p:spPr>
      </p:pic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0685B8A2-E882-F7EE-60C2-E17C50EB55D9}"/>
              </a:ext>
            </a:extLst>
          </p:cNvPr>
          <p:cNvSpPr/>
          <p:nvPr/>
        </p:nvSpPr>
        <p:spPr>
          <a:xfrm>
            <a:off x="2091398" y="4110412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6F83740-FF22-6A69-41DF-4E102DDBAE85}"/>
              </a:ext>
            </a:extLst>
          </p:cNvPr>
          <p:cNvSpPr/>
          <p:nvPr/>
        </p:nvSpPr>
        <p:spPr>
          <a:xfrm>
            <a:off x="3623880" y="420243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6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91" name="Picture 90" descr="A yellow and black symbol&#10;&#10;Description automatically generated">
            <a:extLst>
              <a:ext uri="{FF2B5EF4-FFF2-40B4-BE49-F238E27FC236}">
                <a16:creationId xmlns:a16="http://schemas.microsoft.com/office/drawing/2014/main" id="{78D7FDF9-7197-E85D-9125-16709666CA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0090" y="4550665"/>
            <a:ext cx="1159184" cy="1150533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5AEEA287-650B-0316-8ED3-FC1264BDB62E}"/>
              </a:ext>
            </a:extLst>
          </p:cNvPr>
          <p:cNvSpPr txBox="1"/>
          <p:nvPr/>
        </p:nvSpPr>
        <p:spPr>
          <a:xfrm>
            <a:off x="2023634" y="6239079"/>
            <a:ext cx="2581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 P4 build</a:t>
            </a:r>
          </a:p>
        </p:txBody>
      </p:sp>
      <p:pic>
        <p:nvPicPr>
          <p:cNvPr id="94" name="Picture 93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22F7F2AF-F633-4BDD-972C-F9BD29F49E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829" y="3224838"/>
            <a:ext cx="956351" cy="965237"/>
          </a:xfrm>
          <a:prstGeom prst="rect">
            <a:avLst/>
          </a:prstGeom>
        </p:spPr>
      </p:pic>
      <p:pic>
        <p:nvPicPr>
          <p:cNvPr id="98" name="Picture 97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39C35A85-DEB7-3835-A141-4A92C5302A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829" y="4474148"/>
            <a:ext cx="956351" cy="965237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FA8E83A4-0168-597F-6393-DA17659A1E48}"/>
              </a:ext>
            </a:extLst>
          </p:cNvPr>
          <p:cNvSpPr txBox="1"/>
          <p:nvPr/>
        </p:nvSpPr>
        <p:spPr>
          <a:xfrm rot="18899713" flipV="1">
            <a:off x="13312689" y="3496483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700" dirty="0"/>
              <a:t>...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3F4D732-6304-2183-BF5C-585620179790}"/>
              </a:ext>
            </a:extLst>
          </p:cNvPr>
          <p:cNvSpPr txBox="1"/>
          <p:nvPr/>
        </p:nvSpPr>
        <p:spPr>
          <a:xfrm>
            <a:off x="701482" y="5338347"/>
            <a:ext cx="1490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 plane</a:t>
            </a:r>
          </a:p>
        </p:txBody>
      </p:sp>
      <p:pic>
        <p:nvPicPr>
          <p:cNvPr id="102" name="Picture 10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3DFA3AB-B3DF-4CB9-A591-7FBDA826A9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843" y="4866628"/>
            <a:ext cx="777240" cy="777240"/>
          </a:xfrm>
          <a:prstGeom prst="rect">
            <a:avLst/>
          </a:prstGeom>
        </p:spPr>
      </p:pic>
      <p:pic>
        <p:nvPicPr>
          <p:cNvPr id="106" name="Picture 10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A8A78D5-F1AF-D864-B504-9E969721DC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1080" y="3734473"/>
            <a:ext cx="594360" cy="594360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C2D08A3A-FF7B-191A-4D3E-C5FA8580AA73}"/>
              </a:ext>
            </a:extLst>
          </p:cNvPr>
          <p:cNvSpPr txBox="1"/>
          <p:nvPr/>
        </p:nvSpPr>
        <p:spPr>
          <a:xfrm rot="5400000">
            <a:off x="5789057" y="3975442"/>
            <a:ext cx="612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56AC0E9-F331-B932-D74A-46BF138FA883}"/>
              </a:ext>
            </a:extLst>
          </p:cNvPr>
          <p:cNvSpPr txBox="1"/>
          <p:nvPr/>
        </p:nvSpPr>
        <p:spPr>
          <a:xfrm>
            <a:off x="4681880" y="5365611"/>
            <a:ext cx="2082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Ordered ML sub-models</a:t>
            </a:r>
          </a:p>
        </p:txBody>
      </p:sp>
      <p:pic>
        <p:nvPicPr>
          <p:cNvPr id="109" name="Picture 10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874AD9E-7028-0B48-D6F1-6FFFB7F93C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077" y="4737052"/>
            <a:ext cx="594360" cy="594360"/>
          </a:xfrm>
          <a:prstGeom prst="rect">
            <a:avLst/>
          </a:prstGeom>
        </p:spPr>
      </p:pic>
      <p:sp>
        <p:nvSpPr>
          <p:cNvPr id="110" name="Oval 109">
            <a:extLst>
              <a:ext uri="{FF2B5EF4-FFF2-40B4-BE49-F238E27FC236}">
                <a16:creationId xmlns:a16="http://schemas.microsoft.com/office/drawing/2014/main" id="{5E938BE4-72EE-E748-2E24-BBA00409FFFB}"/>
              </a:ext>
            </a:extLst>
          </p:cNvPr>
          <p:cNvSpPr>
            <a:spLocks noChangeAspect="1"/>
          </p:cNvSpPr>
          <p:nvPr/>
        </p:nvSpPr>
        <p:spPr>
          <a:xfrm>
            <a:off x="5403006" y="3671485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E407ACC-67FE-F8D9-3A8C-854A98DB8F59}"/>
              </a:ext>
            </a:extLst>
          </p:cNvPr>
          <p:cNvSpPr>
            <a:spLocks noChangeAspect="1"/>
          </p:cNvSpPr>
          <p:nvPr/>
        </p:nvSpPr>
        <p:spPr>
          <a:xfrm>
            <a:off x="5372526" y="4683514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200"/>
              </a:spcAft>
            </a:pPr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397DBCE-F591-F276-C7AA-D0D1B70B0125}"/>
              </a:ext>
            </a:extLst>
          </p:cNvPr>
          <p:cNvSpPr txBox="1"/>
          <p:nvPr/>
        </p:nvSpPr>
        <p:spPr>
          <a:xfrm rot="5400000">
            <a:off x="1161319" y="3783966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61EDE8F-3918-44C2-34F4-A44307516B16}"/>
              </a:ext>
            </a:extLst>
          </p:cNvPr>
          <p:cNvCxnSpPr>
            <a:cxnSpLocks/>
          </p:cNvCxnSpPr>
          <p:nvPr/>
        </p:nvCxnSpPr>
        <p:spPr>
          <a:xfrm>
            <a:off x="2021917" y="1740689"/>
            <a:ext cx="5752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292C5D9-0326-F0FC-F40A-C21E7BCB24F1}"/>
              </a:ext>
            </a:extLst>
          </p:cNvPr>
          <p:cNvCxnSpPr>
            <a:cxnSpLocks/>
          </p:cNvCxnSpPr>
          <p:nvPr/>
        </p:nvCxnSpPr>
        <p:spPr>
          <a:xfrm>
            <a:off x="4689413" y="1740689"/>
            <a:ext cx="21544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F16D2316-01AD-E60E-BFE8-C6181F0ABEDC}"/>
              </a:ext>
            </a:extLst>
          </p:cNvPr>
          <p:cNvSpPr/>
          <p:nvPr/>
        </p:nvSpPr>
        <p:spPr>
          <a:xfrm>
            <a:off x="5268481" y="1091064"/>
            <a:ext cx="1094961" cy="1071973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59B5876-19BC-BB54-D134-653BD8C921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2797" y="1171128"/>
            <a:ext cx="946331" cy="946331"/>
          </a:xfrm>
          <a:prstGeom prst="rect">
            <a:avLst/>
          </a:prstGeom>
        </p:spPr>
      </p:pic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A3960207-B6FA-46B0-9283-116FD7D5AEE1}"/>
              </a:ext>
            </a:extLst>
          </p:cNvPr>
          <p:cNvSpPr/>
          <p:nvPr/>
        </p:nvSpPr>
        <p:spPr>
          <a:xfrm>
            <a:off x="9464824" y="1091929"/>
            <a:ext cx="1194171" cy="1071973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4EFEFA-B0B6-E1C5-AD89-5E0AF74C5FE5}"/>
              </a:ext>
            </a:extLst>
          </p:cNvPr>
          <p:cNvSpPr txBox="1"/>
          <p:nvPr/>
        </p:nvSpPr>
        <p:spPr>
          <a:xfrm>
            <a:off x="9328659" y="1125521"/>
            <a:ext cx="1194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0AD0783-9C82-EBDC-A97D-0DFBAF3338AF}"/>
              </a:ext>
            </a:extLst>
          </p:cNvPr>
          <p:cNvCxnSpPr>
            <a:cxnSpLocks/>
          </p:cNvCxnSpPr>
          <p:nvPr/>
        </p:nvCxnSpPr>
        <p:spPr>
          <a:xfrm>
            <a:off x="12685876" y="3005895"/>
            <a:ext cx="0" cy="53781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D58FC29B-6756-3FA8-00F8-2C26D441A298}"/>
              </a:ext>
            </a:extLst>
          </p:cNvPr>
          <p:cNvCxnSpPr>
            <a:cxnSpLocks/>
          </p:cNvCxnSpPr>
          <p:nvPr/>
        </p:nvCxnSpPr>
        <p:spPr>
          <a:xfrm>
            <a:off x="12284704" y="3005895"/>
            <a:ext cx="0" cy="89419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5F57FC9-4B5B-E5FA-5F38-A471DA8F1C94}"/>
              </a:ext>
            </a:extLst>
          </p:cNvPr>
          <p:cNvCxnSpPr>
            <a:cxnSpLocks/>
          </p:cNvCxnSpPr>
          <p:nvPr/>
        </p:nvCxnSpPr>
        <p:spPr>
          <a:xfrm>
            <a:off x="12111283" y="3005895"/>
            <a:ext cx="0" cy="114658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224930D-B135-AD5F-D1EB-FB325E47EF5F}"/>
              </a:ext>
            </a:extLst>
          </p:cNvPr>
          <p:cNvCxnSpPr/>
          <p:nvPr/>
        </p:nvCxnSpPr>
        <p:spPr>
          <a:xfrm>
            <a:off x="3677483" y="900729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DF1570-558F-1142-2162-0DC14D8C4A53}"/>
              </a:ext>
            </a:extLst>
          </p:cNvPr>
          <p:cNvCxnSpPr/>
          <p:nvPr/>
        </p:nvCxnSpPr>
        <p:spPr>
          <a:xfrm>
            <a:off x="7905936" y="885231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24D828-5F9D-28BB-B175-7010A3862DFB}"/>
              </a:ext>
            </a:extLst>
          </p:cNvPr>
          <p:cNvCxnSpPr/>
          <p:nvPr/>
        </p:nvCxnSpPr>
        <p:spPr>
          <a:xfrm>
            <a:off x="12111283" y="885231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B5976D-56CE-07C8-8856-0BCF02A430EC}"/>
              </a:ext>
            </a:extLst>
          </p:cNvPr>
          <p:cNvCxnSpPr/>
          <p:nvPr/>
        </p:nvCxnSpPr>
        <p:spPr>
          <a:xfrm>
            <a:off x="12125999" y="5816880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6B9D74E-ECA1-3C2E-2B10-9D61480F0E98}"/>
              </a:ext>
            </a:extLst>
          </p:cNvPr>
          <p:cNvCxnSpPr/>
          <p:nvPr/>
        </p:nvCxnSpPr>
        <p:spPr>
          <a:xfrm>
            <a:off x="7885168" y="5816274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1878B0-CE9C-9A5C-9AD5-9CCD55E58E49}"/>
              </a:ext>
            </a:extLst>
          </p:cNvPr>
          <p:cNvCxnSpPr/>
          <p:nvPr/>
        </p:nvCxnSpPr>
        <p:spPr>
          <a:xfrm>
            <a:off x="3137531" y="5785692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43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CF622EE-F57A-DDD3-FEC8-8D72D99ABCF5}"/>
              </a:ext>
            </a:extLst>
          </p:cNvPr>
          <p:cNvSpPr/>
          <p:nvPr/>
        </p:nvSpPr>
        <p:spPr>
          <a:xfrm>
            <a:off x="1114698" y="101599"/>
            <a:ext cx="3188789" cy="4949372"/>
          </a:xfrm>
          <a:prstGeom prst="roundRect">
            <a:avLst>
              <a:gd name="adj" fmla="val 8300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 descr="A black background with colorful squares&#10;&#10;Description automatically generated">
            <a:extLst>
              <a:ext uri="{FF2B5EF4-FFF2-40B4-BE49-F238E27FC236}">
                <a16:creationId xmlns:a16="http://schemas.microsoft.com/office/drawing/2014/main" id="{3B5EEACE-B937-E729-58DE-E3118B805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218" y="249798"/>
            <a:ext cx="2777740" cy="466344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269B822E-AC74-9AF7-AEC2-B55415F5F90B}"/>
              </a:ext>
            </a:extLst>
          </p:cNvPr>
          <p:cNvGrpSpPr/>
          <p:nvPr/>
        </p:nvGrpSpPr>
        <p:grpSpPr>
          <a:xfrm>
            <a:off x="1549089" y="4660711"/>
            <a:ext cx="2187621" cy="2255343"/>
            <a:chOff x="787088" y="4660710"/>
            <a:chExt cx="2187621" cy="2255343"/>
          </a:xfrm>
        </p:grpSpPr>
        <p:pic>
          <p:nvPicPr>
            <p:cNvPr id="4" name="Picture 3" descr="A white arrows pointing to different directions&#10;&#10;Description automatically generated">
              <a:extLst>
                <a:ext uri="{FF2B5EF4-FFF2-40B4-BE49-F238E27FC236}">
                  <a16:creationId xmlns:a16="http://schemas.microsoft.com/office/drawing/2014/main" id="{4FBCECAB-BE2B-1CE4-C359-96FDCFF11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6085" y="5211739"/>
              <a:ext cx="1688624" cy="1704314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7BADDC3-571D-9125-4B04-D105A96E9832}"/>
                </a:ext>
              </a:extLst>
            </p:cNvPr>
            <p:cNvGrpSpPr/>
            <p:nvPr/>
          </p:nvGrpSpPr>
          <p:grpSpPr>
            <a:xfrm>
              <a:off x="787088" y="4660710"/>
              <a:ext cx="1143000" cy="985943"/>
              <a:chOff x="6331857" y="4909757"/>
              <a:chExt cx="1143000" cy="985943"/>
            </a:xfrm>
          </p:grpSpPr>
          <p:sp>
            <p:nvSpPr>
              <p:cNvPr id="34" name="Round Same Side Corner Rectangle 33">
                <a:extLst>
                  <a:ext uri="{FF2B5EF4-FFF2-40B4-BE49-F238E27FC236}">
                    <a16:creationId xmlns:a16="http://schemas.microsoft.com/office/drawing/2014/main" id="{5712BAB3-71C9-66E5-9B20-076497663F79}"/>
                  </a:ext>
                </a:extLst>
              </p:cNvPr>
              <p:cNvSpPr/>
              <p:nvPr/>
            </p:nvSpPr>
            <p:spPr>
              <a:xfrm rot="10800000">
                <a:off x="6331857" y="4909757"/>
                <a:ext cx="1143000" cy="985943"/>
              </a:xfrm>
              <a:prstGeom prst="round2SameRect">
                <a:avLst>
                  <a:gd name="adj1" fmla="val 34930"/>
                  <a:gd name="adj2" fmla="val 0"/>
                </a:avLst>
              </a:prstGeom>
              <a:solidFill>
                <a:srgbClr val="EF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5" name="Picture 34" descr="A white paper with a black background&#10;&#10;Description automatically generated">
                <a:extLst>
                  <a:ext uri="{FF2B5EF4-FFF2-40B4-BE49-F238E27FC236}">
                    <a16:creationId xmlns:a16="http://schemas.microsoft.com/office/drawing/2014/main" id="{DD9876A9-D280-E864-6747-C76C755D07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0287" y="5008968"/>
                <a:ext cx="786138" cy="787522"/>
              </a:xfrm>
              <a:prstGeom prst="rect">
                <a:avLst/>
              </a:prstGeom>
            </p:spPr>
          </p:pic>
        </p:grpSp>
      </p:grpSp>
      <p:sp>
        <p:nvSpPr>
          <p:cNvPr id="37" name="Right Arrow 36">
            <a:extLst>
              <a:ext uri="{FF2B5EF4-FFF2-40B4-BE49-F238E27FC236}">
                <a16:creationId xmlns:a16="http://schemas.microsoft.com/office/drawing/2014/main" id="{E9AC60EE-778F-E561-8929-4B34B7545E60}"/>
              </a:ext>
            </a:extLst>
          </p:cNvPr>
          <p:cNvSpPr/>
          <p:nvPr/>
        </p:nvSpPr>
        <p:spPr>
          <a:xfrm>
            <a:off x="1009565" y="6026328"/>
            <a:ext cx="933388" cy="67766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18E4F683-BEE8-7D69-258F-DDF42EB5629C}"/>
              </a:ext>
            </a:extLst>
          </p:cNvPr>
          <p:cNvSpPr/>
          <p:nvPr/>
        </p:nvSpPr>
        <p:spPr>
          <a:xfrm>
            <a:off x="3873521" y="5791793"/>
            <a:ext cx="933388" cy="532952"/>
          </a:xfrm>
          <a:prstGeom prst="rightArrow">
            <a:avLst/>
          </a:prstGeom>
          <a:solidFill>
            <a:srgbClr val="405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6518CED-C309-873D-B4E8-61F7A75B8736}"/>
              </a:ext>
            </a:extLst>
          </p:cNvPr>
          <p:cNvSpPr/>
          <p:nvPr/>
        </p:nvSpPr>
        <p:spPr>
          <a:xfrm>
            <a:off x="3926096" y="5944193"/>
            <a:ext cx="933388" cy="532952"/>
          </a:xfrm>
          <a:prstGeom prst="rightArrow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5AE9DE4A-A32D-8741-963D-3215E44C7631}"/>
              </a:ext>
            </a:extLst>
          </p:cNvPr>
          <p:cNvSpPr/>
          <p:nvPr/>
        </p:nvSpPr>
        <p:spPr>
          <a:xfrm>
            <a:off x="3974678" y="6096593"/>
            <a:ext cx="933388" cy="532952"/>
          </a:xfrm>
          <a:prstGeom prst="rightArrow">
            <a:avLst/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725DC2FC-7CDE-47D7-05C6-291A6075E5B6}"/>
              </a:ext>
            </a:extLst>
          </p:cNvPr>
          <p:cNvSpPr/>
          <p:nvPr/>
        </p:nvSpPr>
        <p:spPr>
          <a:xfrm>
            <a:off x="4023260" y="6248993"/>
            <a:ext cx="933388" cy="532952"/>
          </a:xfrm>
          <a:prstGeom prst="rightArrow">
            <a:avLst/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8010BE-F491-02B0-4154-2EA2DBC9F4EB}"/>
              </a:ext>
            </a:extLst>
          </p:cNvPr>
          <p:cNvGrpSpPr/>
          <p:nvPr/>
        </p:nvGrpSpPr>
        <p:grpSpPr>
          <a:xfrm>
            <a:off x="8080225" y="3921357"/>
            <a:ext cx="1951229" cy="1940282"/>
            <a:chOff x="7318224" y="3921357"/>
            <a:chExt cx="1951229" cy="194028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F0F6E1-9B22-0840-D98D-BCBE0C59F853}"/>
                </a:ext>
              </a:extLst>
            </p:cNvPr>
            <p:cNvGrpSpPr/>
            <p:nvPr/>
          </p:nvGrpSpPr>
          <p:grpSpPr>
            <a:xfrm>
              <a:off x="7324681" y="3921357"/>
              <a:ext cx="1828800" cy="1828800"/>
              <a:chOff x="7324681" y="3921357"/>
              <a:chExt cx="1828800" cy="1828800"/>
            </a:xfrm>
          </p:grpSpPr>
          <p:sp>
            <p:nvSpPr>
              <p:cNvPr id="20" name="Pie 19">
                <a:extLst>
                  <a:ext uri="{FF2B5EF4-FFF2-40B4-BE49-F238E27FC236}">
                    <a16:creationId xmlns:a16="http://schemas.microsoft.com/office/drawing/2014/main" id="{A3E41564-841B-9A63-755A-5B94BBDC57C3}"/>
                  </a:ext>
                </a:extLst>
              </p:cNvPr>
              <p:cNvSpPr/>
              <p:nvPr/>
            </p:nvSpPr>
            <p:spPr>
              <a:xfrm>
                <a:off x="7324681" y="3921357"/>
                <a:ext cx="1828800" cy="1828800"/>
              </a:xfrm>
              <a:prstGeom prst="pie">
                <a:avLst>
                  <a:gd name="adj1" fmla="val 10800000"/>
                  <a:gd name="adj2" fmla="val 162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8BCB8A4-B882-4E48-7FEE-82DE7DEFB029}"/>
                  </a:ext>
                </a:extLst>
              </p:cNvPr>
              <p:cNvSpPr/>
              <p:nvPr/>
            </p:nvSpPr>
            <p:spPr>
              <a:xfrm>
                <a:off x="7917430" y="4174435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5095623-9C0F-A23C-F091-9E8F2248D55D}"/>
                  </a:ext>
                </a:extLst>
              </p:cNvPr>
              <p:cNvSpPr/>
              <p:nvPr/>
            </p:nvSpPr>
            <p:spPr>
              <a:xfrm>
                <a:off x="7884301" y="4499112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EDA3AA6-CA2A-3FBE-18C0-EBB4E2E3A0BB}"/>
                  </a:ext>
                </a:extLst>
              </p:cNvPr>
              <p:cNvSpPr/>
              <p:nvPr/>
            </p:nvSpPr>
            <p:spPr>
              <a:xfrm>
                <a:off x="7639134" y="4333463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3053C50-D7AB-C204-103D-65337841E1BA}"/>
                </a:ext>
              </a:extLst>
            </p:cNvPr>
            <p:cNvGrpSpPr/>
            <p:nvPr/>
          </p:nvGrpSpPr>
          <p:grpSpPr>
            <a:xfrm rot="5400000">
              <a:off x="7440653" y="3921357"/>
              <a:ext cx="1828800" cy="1828800"/>
              <a:chOff x="7477081" y="4073757"/>
              <a:chExt cx="1828800" cy="1828800"/>
            </a:xfrm>
          </p:grpSpPr>
          <p:sp>
            <p:nvSpPr>
              <p:cNvPr id="15" name="Pie 14">
                <a:extLst>
                  <a:ext uri="{FF2B5EF4-FFF2-40B4-BE49-F238E27FC236}">
                    <a16:creationId xmlns:a16="http://schemas.microsoft.com/office/drawing/2014/main" id="{761ADBDF-3653-A19A-AC67-E771B52CBFDC}"/>
                  </a:ext>
                </a:extLst>
              </p:cNvPr>
              <p:cNvSpPr/>
              <p:nvPr/>
            </p:nvSpPr>
            <p:spPr>
              <a:xfrm>
                <a:off x="7477081" y="4073757"/>
                <a:ext cx="1828800" cy="1828800"/>
              </a:xfrm>
              <a:prstGeom prst="pie">
                <a:avLst>
                  <a:gd name="adj1" fmla="val 10800000"/>
                  <a:gd name="adj2" fmla="val 162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653D8B5-8C66-5470-C4DC-868F8C30124F}"/>
                  </a:ext>
                </a:extLst>
              </p:cNvPr>
              <p:cNvSpPr/>
              <p:nvPr/>
            </p:nvSpPr>
            <p:spPr>
              <a:xfrm>
                <a:off x="8003569" y="4300331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79390D1-CF6C-68D7-2C34-E4ADCD6B8D97}"/>
                  </a:ext>
                </a:extLst>
              </p:cNvPr>
              <p:cNvSpPr/>
              <p:nvPr/>
            </p:nvSpPr>
            <p:spPr>
              <a:xfrm>
                <a:off x="8063205" y="4638260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76596E4-1228-8A0F-4DFC-08973567A602}"/>
                  </a:ext>
                </a:extLst>
              </p:cNvPr>
              <p:cNvSpPr/>
              <p:nvPr/>
            </p:nvSpPr>
            <p:spPr>
              <a:xfrm>
                <a:off x="7725274" y="4658139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6E7296-4590-8597-AF00-A008935E086C}"/>
                </a:ext>
              </a:extLst>
            </p:cNvPr>
            <p:cNvGrpSpPr/>
            <p:nvPr/>
          </p:nvGrpSpPr>
          <p:grpSpPr>
            <a:xfrm rot="16200000">
              <a:off x="7318224" y="4032839"/>
              <a:ext cx="1828800" cy="1828800"/>
              <a:chOff x="7477081" y="4073757"/>
              <a:chExt cx="1828800" cy="1828800"/>
            </a:xfrm>
          </p:grpSpPr>
          <p:sp>
            <p:nvSpPr>
              <p:cNvPr id="12" name="Pie 11">
                <a:extLst>
                  <a:ext uri="{FF2B5EF4-FFF2-40B4-BE49-F238E27FC236}">
                    <a16:creationId xmlns:a16="http://schemas.microsoft.com/office/drawing/2014/main" id="{E21A1E6C-1CCE-C2C9-A011-B372A6408616}"/>
                  </a:ext>
                </a:extLst>
              </p:cNvPr>
              <p:cNvSpPr/>
              <p:nvPr/>
            </p:nvSpPr>
            <p:spPr>
              <a:xfrm>
                <a:off x="7477081" y="4073757"/>
                <a:ext cx="1828800" cy="1828800"/>
              </a:xfrm>
              <a:prstGeom prst="pie">
                <a:avLst>
                  <a:gd name="adj1" fmla="val 10800000"/>
                  <a:gd name="adj2" fmla="val 162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5DB678F-550C-9EF5-D16D-3DE9CC1E5039}"/>
                  </a:ext>
                </a:extLst>
              </p:cNvPr>
              <p:cNvSpPr/>
              <p:nvPr/>
            </p:nvSpPr>
            <p:spPr>
              <a:xfrm>
                <a:off x="8069830" y="4326835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15E5639-02AA-4AB5-8C04-E798DBD2F5D8}"/>
                  </a:ext>
                </a:extLst>
              </p:cNvPr>
              <p:cNvSpPr/>
              <p:nvPr/>
            </p:nvSpPr>
            <p:spPr>
              <a:xfrm>
                <a:off x="7890929" y="4651512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682E88E0-95E9-64EB-CD5A-038B0BCA7B74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463513" y="4055698"/>
              <a:ext cx="1783080" cy="1783080"/>
            </a:xfrm>
            <a:prstGeom prst="arc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F80703B-E828-DD9C-A024-1E7837064AFB}"/>
                </a:ext>
              </a:extLst>
            </p:cNvPr>
            <p:cNvSpPr/>
            <p:nvPr/>
          </p:nvSpPr>
          <p:spPr>
            <a:xfrm rot="5400000">
              <a:off x="8425327" y="5019242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798766D-1935-B9D8-17DE-4576B773E939}"/>
                </a:ext>
              </a:extLst>
            </p:cNvPr>
            <p:cNvSpPr/>
            <p:nvPr/>
          </p:nvSpPr>
          <p:spPr>
            <a:xfrm rot="5400000">
              <a:off x="8417378" y="5374627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DF1545-8CA3-F6A8-21DF-DF8989A71273}"/>
                </a:ext>
              </a:extLst>
            </p:cNvPr>
            <p:cNvSpPr/>
            <p:nvPr/>
          </p:nvSpPr>
          <p:spPr>
            <a:xfrm rot="5400000">
              <a:off x="8875933" y="4965610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30AFE62-34AB-9A71-65FA-2AA8FE65A105}"/>
                </a:ext>
              </a:extLst>
            </p:cNvPr>
            <p:cNvSpPr/>
            <p:nvPr/>
          </p:nvSpPr>
          <p:spPr>
            <a:xfrm rot="5400000">
              <a:off x="8760008" y="5302019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3F374A-6DAE-BCA5-01EA-9256C33FDD68}"/>
              </a:ext>
            </a:extLst>
          </p:cNvPr>
          <p:cNvGrpSpPr/>
          <p:nvPr/>
        </p:nvGrpSpPr>
        <p:grpSpPr>
          <a:xfrm>
            <a:off x="5882386" y="1606144"/>
            <a:ext cx="1951229" cy="1940282"/>
            <a:chOff x="7318224" y="3921357"/>
            <a:chExt cx="1951229" cy="194028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8FC3663-7F1A-005E-08E0-227D2F953081}"/>
                </a:ext>
              </a:extLst>
            </p:cNvPr>
            <p:cNvGrpSpPr/>
            <p:nvPr/>
          </p:nvGrpSpPr>
          <p:grpSpPr>
            <a:xfrm>
              <a:off x="7324681" y="3921357"/>
              <a:ext cx="1828800" cy="1828800"/>
              <a:chOff x="7324681" y="3921357"/>
              <a:chExt cx="1828800" cy="1828800"/>
            </a:xfrm>
          </p:grpSpPr>
          <p:sp>
            <p:nvSpPr>
              <p:cNvPr id="50" name="Pie 49">
                <a:extLst>
                  <a:ext uri="{FF2B5EF4-FFF2-40B4-BE49-F238E27FC236}">
                    <a16:creationId xmlns:a16="http://schemas.microsoft.com/office/drawing/2014/main" id="{D389A5CC-DD62-9CDC-431C-2E545BF36196}"/>
                  </a:ext>
                </a:extLst>
              </p:cNvPr>
              <p:cNvSpPr/>
              <p:nvPr/>
            </p:nvSpPr>
            <p:spPr>
              <a:xfrm>
                <a:off x="7324681" y="3921357"/>
                <a:ext cx="1828800" cy="1828800"/>
              </a:xfrm>
              <a:prstGeom prst="pie">
                <a:avLst>
                  <a:gd name="adj1" fmla="val 10800000"/>
                  <a:gd name="adj2" fmla="val 162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520A4FC-A089-44CB-A066-4E8CACEEA62B}"/>
                  </a:ext>
                </a:extLst>
              </p:cNvPr>
              <p:cNvSpPr/>
              <p:nvPr/>
            </p:nvSpPr>
            <p:spPr>
              <a:xfrm>
                <a:off x="7917430" y="4174435"/>
                <a:ext cx="182880" cy="182880"/>
              </a:xfrm>
              <a:prstGeom prst="ellipse">
                <a:avLst/>
              </a:prstGeom>
              <a:solidFill>
                <a:srgbClr val="F4B9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828E21F-9058-3335-A2B3-A8B2C403AFD2}"/>
                  </a:ext>
                </a:extLst>
              </p:cNvPr>
              <p:cNvSpPr/>
              <p:nvPr/>
            </p:nvSpPr>
            <p:spPr>
              <a:xfrm>
                <a:off x="7884301" y="4499112"/>
                <a:ext cx="182880" cy="182880"/>
              </a:xfrm>
              <a:prstGeom prst="ellipse">
                <a:avLst/>
              </a:prstGeom>
              <a:solidFill>
                <a:srgbClr val="F4B9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535C534-6580-1E6F-C349-BAB05D778254}"/>
                  </a:ext>
                </a:extLst>
              </p:cNvPr>
              <p:cNvSpPr/>
              <p:nvPr/>
            </p:nvSpPr>
            <p:spPr>
              <a:xfrm>
                <a:off x="7639134" y="4333463"/>
                <a:ext cx="182880" cy="182880"/>
              </a:xfrm>
              <a:prstGeom prst="ellipse">
                <a:avLst/>
              </a:prstGeom>
              <a:solidFill>
                <a:srgbClr val="F4B9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1F24CA0-547E-A8D5-D8F7-7E798C7FE8B7}"/>
                </a:ext>
              </a:extLst>
            </p:cNvPr>
            <p:cNvGrpSpPr/>
            <p:nvPr/>
          </p:nvGrpSpPr>
          <p:grpSpPr>
            <a:xfrm rot="5400000">
              <a:off x="7440653" y="3921357"/>
              <a:ext cx="1828800" cy="1828800"/>
              <a:chOff x="7477081" y="4073757"/>
              <a:chExt cx="1828800" cy="1828800"/>
            </a:xfrm>
          </p:grpSpPr>
          <p:sp>
            <p:nvSpPr>
              <p:cNvPr id="46" name="Pie 45">
                <a:extLst>
                  <a:ext uri="{FF2B5EF4-FFF2-40B4-BE49-F238E27FC236}">
                    <a16:creationId xmlns:a16="http://schemas.microsoft.com/office/drawing/2014/main" id="{43421F66-51A8-BE73-1451-04487C1F0DFA}"/>
                  </a:ext>
                </a:extLst>
              </p:cNvPr>
              <p:cNvSpPr/>
              <p:nvPr/>
            </p:nvSpPr>
            <p:spPr>
              <a:xfrm>
                <a:off x="7477081" y="4073757"/>
                <a:ext cx="1828800" cy="1828800"/>
              </a:xfrm>
              <a:prstGeom prst="pie">
                <a:avLst>
                  <a:gd name="adj1" fmla="val 10800000"/>
                  <a:gd name="adj2" fmla="val 162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01FB07D-5476-5FF0-E134-177AE0AB80B5}"/>
                  </a:ext>
                </a:extLst>
              </p:cNvPr>
              <p:cNvSpPr/>
              <p:nvPr/>
            </p:nvSpPr>
            <p:spPr>
              <a:xfrm>
                <a:off x="8003569" y="4300331"/>
                <a:ext cx="182880" cy="182880"/>
              </a:xfrm>
              <a:prstGeom prst="ellipse">
                <a:avLst/>
              </a:prstGeom>
              <a:solidFill>
                <a:srgbClr val="F4B9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5A0AF4-26D8-DA64-DB8A-529A691150B5}"/>
                  </a:ext>
                </a:extLst>
              </p:cNvPr>
              <p:cNvSpPr/>
              <p:nvPr/>
            </p:nvSpPr>
            <p:spPr>
              <a:xfrm>
                <a:off x="8063205" y="4638260"/>
                <a:ext cx="182880" cy="182880"/>
              </a:xfrm>
              <a:prstGeom prst="ellipse">
                <a:avLst/>
              </a:prstGeom>
              <a:solidFill>
                <a:srgbClr val="F4B9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7605450-2558-DE67-58EF-A6FE8A308AEC}"/>
                  </a:ext>
                </a:extLst>
              </p:cNvPr>
              <p:cNvSpPr/>
              <p:nvPr/>
            </p:nvSpPr>
            <p:spPr>
              <a:xfrm>
                <a:off x="7725274" y="4658139"/>
                <a:ext cx="182880" cy="182880"/>
              </a:xfrm>
              <a:prstGeom prst="ellipse">
                <a:avLst/>
              </a:prstGeom>
              <a:solidFill>
                <a:srgbClr val="F4B9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7D6D2BA-6580-87AC-87BB-BFB0FCCD3E6A}"/>
                </a:ext>
              </a:extLst>
            </p:cNvPr>
            <p:cNvGrpSpPr/>
            <p:nvPr/>
          </p:nvGrpSpPr>
          <p:grpSpPr>
            <a:xfrm rot="16200000">
              <a:off x="7318224" y="4032839"/>
              <a:ext cx="1828800" cy="1828800"/>
              <a:chOff x="7477081" y="4073757"/>
              <a:chExt cx="1828800" cy="1828800"/>
            </a:xfrm>
          </p:grpSpPr>
          <p:sp>
            <p:nvSpPr>
              <p:cNvPr id="42" name="Pie 41">
                <a:extLst>
                  <a:ext uri="{FF2B5EF4-FFF2-40B4-BE49-F238E27FC236}">
                    <a16:creationId xmlns:a16="http://schemas.microsoft.com/office/drawing/2014/main" id="{508B356B-ADEA-856A-DA64-FDAFEE12A67A}"/>
                  </a:ext>
                </a:extLst>
              </p:cNvPr>
              <p:cNvSpPr/>
              <p:nvPr/>
            </p:nvSpPr>
            <p:spPr>
              <a:xfrm>
                <a:off x="7477081" y="4073757"/>
                <a:ext cx="1828800" cy="1828800"/>
              </a:xfrm>
              <a:prstGeom prst="pie">
                <a:avLst>
                  <a:gd name="adj1" fmla="val 10800000"/>
                  <a:gd name="adj2" fmla="val 1620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84A2356F-EFA8-528D-02C2-0AE5D5EDE29A}"/>
                  </a:ext>
                </a:extLst>
              </p:cNvPr>
              <p:cNvSpPr/>
              <p:nvPr/>
            </p:nvSpPr>
            <p:spPr>
              <a:xfrm>
                <a:off x="8069830" y="4326835"/>
                <a:ext cx="182880" cy="182880"/>
              </a:xfrm>
              <a:prstGeom prst="ellipse">
                <a:avLst/>
              </a:prstGeom>
              <a:solidFill>
                <a:srgbClr val="F4B9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0EF33FA5-651A-0D1B-2168-54F7A94C0202}"/>
                  </a:ext>
                </a:extLst>
              </p:cNvPr>
              <p:cNvSpPr/>
              <p:nvPr/>
            </p:nvSpPr>
            <p:spPr>
              <a:xfrm>
                <a:off x="7890929" y="4651512"/>
                <a:ext cx="182880" cy="182880"/>
              </a:xfrm>
              <a:prstGeom prst="ellipse">
                <a:avLst/>
              </a:prstGeom>
              <a:solidFill>
                <a:srgbClr val="F4B9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F581F9DF-75B8-2973-400A-88CFBE351829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7463513" y="4055698"/>
              <a:ext cx="1783080" cy="1783080"/>
            </a:xfrm>
            <a:prstGeom prst="arc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53F94C3-AE2E-BB67-04BF-5C616BF20D62}"/>
                </a:ext>
              </a:extLst>
            </p:cNvPr>
            <p:cNvSpPr/>
            <p:nvPr/>
          </p:nvSpPr>
          <p:spPr>
            <a:xfrm rot="5400000">
              <a:off x="8425327" y="5019242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0ADAA89-36D3-FD86-229F-3C3D4B157C5B}"/>
                </a:ext>
              </a:extLst>
            </p:cNvPr>
            <p:cNvSpPr/>
            <p:nvPr/>
          </p:nvSpPr>
          <p:spPr>
            <a:xfrm rot="5400000">
              <a:off x="8417378" y="5374627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D891F9-CBC3-476A-413C-744A5FD105CC}"/>
                </a:ext>
              </a:extLst>
            </p:cNvPr>
            <p:cNvSpPr/>
            <p:nvPr/>
          </p:nvSpPr>
          <p:spPr>
            <a:xfrm rot="5400000">
              <a:off x="8875933" y="4965610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9C023EF-50C1-B85E-51BC-65FBE110BAF3}"/>
                </a:ext>
              </a:extLst>
            </p:cNvPr>
            <p:cNvSpPr/>
            <p:nvPr/>
          </p:nvSpPr>
          <p:spPr>
            <a:xfrm rot="5400000">
              <a:off x="8760008" y="5302019"/>
              <a:ext cx="182880" cy="1828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8798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2161</TotalTime>
  <Words>48</Words>
  <Application>Microsoft Macintosh PowerPoint</Application>
  <PresentationFormat>Custom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CMU Serif</vt:lpstr>
      <vt:lpstr>CMU SERIF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Fiore</dc:creator>
  <cp:lastModifiedBy>Marco Fiore</cp:lastModifiedBy>
  <cp:revision>48</cp:revision>
  <dcterms:created xsi:type="dcterms:W3CDTF">2024-07-21T11:03:36Z</dcterms:created>
  <dcterms:modified xsi:type="dcterms:W3CDTF">2024-07-23T20:56:17Z</dcterms:modified>
</cp:coreProperties>
</file>